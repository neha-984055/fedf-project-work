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FF6B00">
                <a:alpha val="6000"/>
              </a:srgbClr>
            </a:solidFill>
            <a:prstDash val="solid"/>
          </a:ln>
        </p:spPr>
      </p:sp>
      <p:sp>
        <p:nvSpPr>
          <p:cNvPr id="3" name="Shape 1"/>
          <p:cNvSpPr/>
          <p:nvPr/>
        </p:nvSpPr>
        <p:spPr>
          <a:xfrm>
            <a:off x="0" y="0"/>
            <a:ext cx="9144000" cy="0"/>
          </a:xfrm>
          <a:prstGeom prst="line">
            <a:avLst/>
          </a:prstGeom>
          <a:noFill/>
          <a:ln w="3810">
            <a:solidFill>
              <a:srgbClr val="FF6B00">
                <a:alpha val="6000"/>
              </a:srgbClr>
            </a:solidFill>
            <a:prstDash val="solid"/>
          </a:ln>
        </p:spPr>
      </p:sp>
      <p:sp>
        <p:nvSpPr>
          <p:cNvPr id="4" name="Shape 2"/>
          <p:cNvSpPr/>
          <p:nvPr/>
        </p:nvSpPr>
        <p:spPr>
          <a:xfrm>
            <a:off x="457200" y="0"/>
            <a:ext cx="0" cy="5143500"/>
          </a:xfrm>
          <a:prstGeom prst="line">
            <a:avLst/>
          </a:prstGeom>
          <a:noFill/>
          <a:ln w="3810">
            <a:solidFill>
              <a:srgbClr val="FF6B00">
                <a:alpha val="6000"/>
              </a:srgbClr>
            </a:solidFill>
            <a:prstDash val="solid"/>
          </a:ln>
        </p:spPr>
      </p:sp>
      <p:sp>
        <p:nvSpPr>
          <p:cNvPr id="5" name="Shape 3"/>
          <p:cNvSpPr/>
          <p:nvPr/>
        </p:nvSpPr>
        <p:spPr>
          <a:xfrm>
            <a:off x="0" y="457200"/>
            <a:ext cx="9144000" cy="0"/>
          </a:xfrm>
          <a:prstGeom prst="line">
            <a:avLst/>
          </a:prstGeom>
          <a:noFill/>
          <a:ln w="3810">
            <a:solidFill>
              <a:srgbClr val="FF6B00">
                <a:alpha val="6000"/>
              </a:srgbClr>
            </a:solidFill>
            <a:prstDash val="solid"/>
          </a:ln>
        </p:spPr>
      </p:sp>
      <p:sp>
        <p:nvSpPr>
          <p:cNvPr id="6" name="Shape 4"/>
          <p:cNvSpPr/>
          <p:nvPr/>
        </p:nvSpPr>
        <p:spPr>
          <a:xfrm>
            <a:off x="914400" y="0"/>
            <a:ext cx="0" cy="5143500"/>
          </a:xfrm>
          <a:prstGeom prst="line">
            <a:avLst/>
          </a:prstGeom>
          <a:noFill/>
          <a:ln w="3810">
            <a:solidFill>
              <a:srgbClr val="FF6B00">
                <a:alpha val="6000"/>
              </a:srgbClr>
            </a:solidFill>
            <a:prstDash val="solid"/>
          </a:ln>
        </p:spPr>
      </p:sp>
      <p:sp>
        <p:nvSpPr>
          <p:cNvPr id="7" name="Shape 5"/>
          <p:cNvSpPr/>
          <p:nvPr/>
        </p:nvSpPr>
        <p:spPr>
          <a:xfrm>
            <a:off x="0" y="914400"/>
            <a:ext cx="9144000" cy="0"/>
          </a:xfrm>
          <a:prstGeom prst="line">
            <a:avLst/>
          </a:prstGeom>
          <a:noFill/>
          <a:ln w="3810">
            <a:solidFill>
              <a:srgbClr val="FF6B00">
                <a:alpha val="6000"/>
              </a:srgbClr>
            </a:solidFill>
            <a:prstDash val="solid"/>
          </a:ln>
        </p:spPr>
      </p:sp>
      <p:sp>
        <p:nvSpPr>
          <p:cNvPr id="8" name="Shape 6"/>
          <p:cNvSpPr/>
          <p:nvPr/>
        </p:nvSpPr>
        <p:spPr>
          <a:xfrm>
            <a:off x="1371600" y="0"/>
            <a:ext cx="0" cy="5143500"/>
          </a:xfrm>
          <a:prstGeom prst="line">
            <a:avLst/>
          </a:prstGeom>
          <a:noFill/>
          <a:ln w="3810">
            <a:solidFill>
              <a:srgbClr val="FF6B00">
                <a:alpha val="6000"/>
              </a:srgbClr>
            </a:solidFill>
            <a:prstDash val="solid"/>
          </a:ln>
        </p:spPr>
      </p:sp>
      <p:sp>
        <p:nvSpPr>
          <p:cNvPr id="9" name="Shape 7"/>
          <p:cNvSpPr/>
          <p:nvPr/>
        </p:nvSpPr>
        <p:spPr>
          <a:xfrm>
            <a:off x="0" y="1371600"/>
            <a:ext cx="9144000" cy="0"/>
          </a:xfrm>
          <a:prstGeom prst="line">
            <a:avLst/>
          </a:prstGeom>
          <a:noFill/>
          <a:ln w="3810">
            <a:solidFill>
              <a:srgbClr val="FF6B00">
                <a:alpha val="6000"/>
              </a:srgbClr>
            </a:solidFill>
            <a:prstDash val="solid"/>
          </a:ln>
        </p:spPr>
      </p:sp>
      <p:sp>
        <p:nvSpPr>
          <p:cNvPr id="10" name="Shape 8"/>
          <p:cNvSpPr/>
          <p:nvPr/>
        </p:nvSpPr>
        <p:spPr>
          <a:xfrm>
            <a:off x="1828800" y="0"/>
            <a:ext cx="0" cy="5143500"/>
          </a:xfrm>
          <a:prstGeom prst="line">
            <a:avLst/>
          </a:prstGeom>
          <a:noFill/>
          <a:ln w="3810">
            <a:solidFill>
              <a:srgbClr val="FF6B00">
                <a:alpha val="6000"/>
              </a:srgbClr>
            </a:solidFill>
            <a:prstDash val="solid"/>
          </a:ln>
        </p:spPr>
      </p:sp>
      <p:sp>
        <p:nvSpPr>
          <p:cNvPr id="11" name="Shape 9"/>
          <p:cNvSpPr/>
          <p:nvPr/>
        </p:nvSpPr>
        <p:spPr>
          <a:xfrm>
            <a:off x="0" y="1828800"/>
            <a:ext cx="9144000" cy="0"/>
          </a:xfrm>
          <a:prstGeom prst="line">
            <a:avLst/>
          </a:prstGeom>
          <a:noFill/>
          <a:ln w="3810">
            <a:solidFill>
              <a:srgbClr val="FF6B00">
                <a:alpha val="6000"/>
              </a:srgbClr>
            </a:solidFill>
            <a:prstDash val="solid"/>
          </a:ln>
        </p:spPr>
      </p:sp>
      <p:sp>
        <p:nvSpPr>
          <p:cNvPr id="12" name="Shape 10"/>
          <p:cNvSpPr/>
          <p:nvPr/>
        </p:nvSpPr>
        <p:spPr>
          <a:xfrm>
            <a:off x="2286000" y="0"/>
            <a:ext cx="0" cy="5143500"/>
          </a:xfrm>
          <a:prstGeom prst="line">
            <a:avLst/>
          </a:prstGeom>
          <a:noFill/>
          <a:ln w="3810">
            <a:solidFill>
              <a:srgbClr val="FF6B00">
                <a:alpha val="6000"/>
              </a:srgbClr>
            </a:solidFill>
            <a:prstDash val="solid"/>
          </a:ln>
        </p:spPr>
      </p:sp>
      <p:sp>
        <p:nvSpPr>
          <p:cNvPr id="13" name="Shape 11"/>
          <p:cNvSpPr/>
          <p:nvPr/>
        </p:nvSpPr>
        <p:spPr>
          <a:xfrm>
            <a:off x="0" y="2286000"/>
            <a:ext cx="9144000" cy="0"/>
          </a:xfrm>
          <a:prstGeom prst="line">
            <a:avLst/>
          </a:prstGeom>
          <a:noFill/>
          <a:ln w="3810">
            <a:solidFill>
              <a:srgbClr val="FF6B00">
                <a:alpha val="6000"/>
              </a:srgbClr>
            </a:solidFill>
            <a:prstDash val="solid"/>
          </a:ln>
        </p:spPr>
      </p:sp>
      <p:sp>
        <p:nvSpPr>
          <p:cNvPr id="14" name="Shape 12"/>
          <p:cNvSpPr/>
          <p:nvPr/>
        </p:nvSpPr>
        <p:spPr>
          <a:xfrm>
            <a:off x="2743200" y="0"/>
            <a:ext cx="0" cy="5143500"/>
          </a:xfrm>
          <a:prstGeom prst="line">
            <a:avLst/>
          </a:prstGeom>
          <a:noFill/>
          <a:ln w="3810">
            <a:solidFill>
              <a:srgbClr val="FF6B00">
                <a:alpha val="6000"/>
              </a:srgbClr>
            </a:solidFill>
            <a:prstDash val="solid"/>
          </a:ln>
        </p:spPr>
      </p:sp>
      <p:sp>
        <p:nvSpPr>
          <p:cNvPr id="15" name="Shape 13"/>
          <p:cNvSpPr/>
          <p:nvPr/>
        </p:nvSpPr>
        <p:spPr>
          <a:xfrm>
            <a:off x="0" y="2743200"/>
            <a:ext cx="9144000" cy="0"/>
          </a:xfrm>
          <a:prstGeom prst="line">
            <a:avLst/>
          </a:prstGeom>
          <a:noFill/>
          <a:ln w="3810">
            <a:solidFill>
              <a:srgbClr val="FF6B00">
                <a:alpha val="6000"/>
              </a:srgbClr>
            </a:solidFill>
            <a:prstDash val="solid"/>
          </a:ln>
        </p:spPr>
      </p:sp>
      <p:sp>
        <p:nvSpPr>
          <p:cNvPr id="16" name="Shape 14"/>
          <p:cNvSpPr/>
          <p:nvPr/>
        </p:nvSpPr>
        <p:spPr>
          <a:xfrm>
            <a:off x="3200400" y="0"/>
            <a:ext cx="0" cy="5143500"/>
          </a:xfrm>
          <a:prstGeom prst="line">
            <a:avLst/>
          </a:prstGeom>
          <a:noFill/>
          <a:ln w="3810">
            <a:solidFill>
              <a:srgbClr val="FF6B00">
                <a:alpha val="6000"/>
              </a:srgbClr>
            </a:solidFill>
            <a:prstDash val="solid"/>
          </a:ln>
        </p:spPr>
      </p:sp>
      <p:sp>
        <p:nvSpPr>
          <p:cNvPr id="17" name="Shape 15"/>
          <p:cNvSpPr/>
          <p:nvPr/>
        </p:nvSpPr>
        <p:spPr>
          <a:xfrm>
            <a:off x="0" y="3200400"/>
            <a:ext cx="9144000" cy="0"/>
          </a:xfrm>
          <a:prstGeom prst="line">
            <a:avLst/>
          </a:prstGeom>
          <a:noFill/>
          <a:ln w="3810">
            <a:solidFill>
              <a:srgbClr val="FF6B00">
                <a:alpha val="6000"/>
              </a:srgbClr>
            </a:solidFill>
            <a:prstDash val="solid"/>
          </a:ln>
        </p:spPr>
      </p:sp>
      <p:sp>
        <p:nvSpPr>
          <p:cNvPr id="18" name="Shape 16"/>
          <p:cNvSpPr/>
          <p:nvPr/>
        </p:nvSpPr>
        <p:spPr>
          <a:xfrm>
            <a:off x="3657600" y="0"/>
            <a:ext cx="0" cy="5143500"/>
          </a:xfrm>
          <a:prstGeom prst="line">
            <a:avLst/>
          </a:prstGeom>
          <a:noFill/>
          <a:ln w="3810">
            <a:solidFill>
              <a:srgbClr val="FF6B00">
                <a:alpha val="6000"/>
              </a:srgbClr>
            </a:solidFill>
            <a:prstDash val="solid"/>
          </a:ln>
        </p:spPr>
      </p:sp>
      <p:sp>
        <p:nvSpPr>
          <p:cNvPr id="19" name="Shape 17"/>
          <p:cNvSpPr/>
          <p:nvPr/>
        </p:nvSpPr>
        <p:spPr>
          <a:xfrm>
            <a:off x="0" y="3657600"/>
            <a:ext cx="9144000" cy="0"/>
          </a:xfrm>
          <a:prstGeom prst="line">
            <a:avLst/>
          </a:prstGeom>
          <a:noFill/>
          <a:ln w="3810">
            <a:solidFill>
              <a:srgbClr val="FF6B00">
                <a:alpha val="6000"/>
              </a:srgbClr>
            </a:solidFill>
            <a:prstDash val="solid"/>
          </a:ln>
        </p:spPr>
      </p:sp>
      <p:sp>
        <p:nvSpPr>
          <p:cNvPr id="20" name="Shape 18"/>
          <p:cNvSpPr/>
          <p:nvPr/>
        </p:nvSpPr>
        <p:spPr>
          <a:xfrm>
            <a:off x="4114800" y="0"/>
            <a:ext cx="0" cy="5143500"/>
          </a:xfrm>
          <a:prstGeom prst="line">
            <a:avLst/>
          </a:prstGeom>
          <a:noFill/>
          <a:ln w="3810">
            <a:solidFill>
              <a:srgbClr val="FF6B00">
                <a:alpha val="6000"/>
              </a:srgbClr>
            </a:solidFill>
            <a:prstDash val="solid"/>
          </a:ln>
        </p:spPr>
      </p:sp>
      <p:sp>
        <p:nvSpPr>
          <p:cNvPr id="21" name="Shape 19"/>
          <p:cNvSpPr/>
          <p:nvPr/>
        </p:nvSpPr>
        <p:spPr>
          <a:xfrm>
            <a:off x="0" y="4114800"/>
            <a:ext cx="9144000" cy="0"/>
          </a:xfrm>
          <a:prstGeom prst="line">
            <a:avLst/>
          </a:prstGeom>
          <a:noFill/>
          <a:ln w="3810">
            <a:solidFill>
              <a:srgbClr val="FF6B00">
                <a:alpha val="6000"/>
              </a:srgbClr>
            </a:solidFill>
            <a:prstDash val="solid"/>
          </a:ln>
        </p:spPr>
      </p:sp>
      <p:sp>
        <p:nvSpPr>
          <p:cNvPr id="22" name="Shape 20"/>
          <p:cNvSpPr/>
          <p:nvPr/>
        </p:nvSpPr>
        <p:spPr>
          <a:xfrm>
            <a:off x="4572000" y="0"/>
            <a:ext cx="0" cy="5143500"/>
          </a:xfrm>
          <a:prstGeom prst="line">
            <a:avLst/>
          </a:prstGeom>
          <a:noFill/>
          <a:ln w="3810">
            <a:solidFill>
              <a:srgbClr val="FF6B00">
                <a:alpha val="6000"/>
              </a:srgbClr>
            </a:solidFill>
            <a:prstDash val="solid"/>
          </a:ln>
        </p:spPr>
      </p:sp>
      <p:sp>
        <p:nvSpPr>
          <p:cNvPr id="23" name="Shape 21"/>
          <p:cNvSpPr/>
          <p:nvPr/>
        </p:nvSpPr>
        <p:spPr>
          <a:xfrm>
            <a:off x="0" y="4572000"/>
            <a:ext cx="9144000" cy="0"/>
          </a:xfrm>
          <a:prstGeom prst="line">
            <a:avLst/>
          </a:prstGeom>
          <a:noFill/>
          <a:ln w="3810">
            <a:solidFill>
              <a:srgbClr val="FF6B00">
                <a:alpha val="6000"/>
              </a:srgbClr>
            </a:solidFill>
            <a:prstDash val="solid"/>
          </a:ln>
        </p:spPr>
      </p:sp>
      <p:sp>
        <p:nvSpPr>
          <p:cNvPr id="24" name="Shape 22"/>
          <p:cNvSpPr/>
          <p:nvPr/>
        </p:nvSpPr>
        <p:spPr>
          <a:xfrm>
            <a:off x="5029200" y="0"/>
            <a:ext cx="0" cy="5143500"/>
          </a:xfrm>
          <a:prstGeom prst="line">
            <a:avLst/>
          </a:prstGeom>
          <a:noFill/>
          <a:ln w="3810">
            <a:solidFill>
              <a:srgbClr val="FF6B00">
                <a:alpha val="6000"/>
              </a:srgbClr>
            </a:solidFill>
            <a:prstDash val="solid"/>
          </a:ln>
        </p:spPr>
      </p:sp>
      <p:sp>
        <p:nvSpPr>
          <p:cNvPr id="25" name="Shape 23"/>
          <p:cNvSpPr/>
          <p:nvPr/>
        </p:nvSpPr>
        <p:spPr>
          <a:xfrm>
            <a:off x="0" y="5029200"/>
            <a:ext cx="9144000" cy="0"/>
          </a:xfrm>
          <a:prstGeom prst="line">
            <a:avLst/>
          </a:prstGeom>
          <a:noFill/>
          <a:ln w="3810">
            <a:solidFill>
              <a:srgbClr val="FF6B00">
                <a:alpha val="6000"/>
              </a:srgbClr>
            </a:solidFill>
            <a:prstDash val="solid"/>
          </a:ln>
        </p:spPr>
      </p:sp>
      <p:sp>
        <p:nvSpPr>
          <p:cNvPr id="26" name="Shape 24"/>
          <p:cNvSpPr/>
          <p:nvPr/>
        </p:nvSpPr>
        <p:spPr>
          <a:xfrm>
            <a:off x="5486400" y="0"/>
            <a:ext cx="0" cy="5143500"/>
          </a:xfrm>
          <a:prstGeom prst="line">
            <a:avLst/>
          </a:prstGeom>
          <a:noFill/>
          <a:ln w="3810">
            <a:solidFill>
              <a:srgbClr val="FF6B00">
                <a:alpha val="6000"/>
              </a:srgbClr>
            </a:solidFill>
            <a:prstDash val="solid"/>
          </a:ln>
        </p:spPr>
      </p:sp>
      <p:sp>
        <p:nvSpPr>
          <p:cNvPr id="27" name="Shape 25"/>
          <p:cNvSpPr/>
          <p:nvPr/>
        </p:nvSpPr>
        <p:spPr>
          <a:xfrm>
            <a:off x="0" y="5486400"/>
            <a:ext cx="9144000" cy="0"/>
          </a:xfrm>
          <a:prstGeom prst="line">
            <a:avLst/>
          </a:prstGeom>
          <a:noFill/>
          <a:ln w="3810">
            <a:solidFill>
              <a:srgbClr val="FF6B00">
                <a:alpha val="6000"/>
              </a:srgbClr>
            </a:solidFill>
            <a:prstDash val="solid"/>
          </a:ln>
        </p:spPr>
      </p:sp>
      <p:sp>
        <p:nvSpPr>
          <p:cNvPr id="28" name="Shape 26"/>
          <p:cNvSpPr/>
          <p:nvPr/>
        </p:nvSpPr>
        <p:spPr>
          <a:xfrm>
            <a:off x="5943600" y="0"/>
            <a:ext cx="0" cy="5143500"/>
          </a:xfrm>
          <a:prstGeom prst="line">
            <a:avLst/>
          </a:prstGeom>
          <a:noFill/>
          <a:ln w="3810">
            <a:solidFill>
              <a:srgbClr val="FF6B00">
                <a:alpha val="6000"/>
              </a:srgbClr>
            </a:solidFill>
            <a:prstDash val="solid"/>
          </a:ln>
        </p:spPr>
      </p:sp>
      <p:sp>
        <p:nvSpPr>
          <p:cNvPr id="29" name="Shape 27"/>
          <p:cNvSpPr/>
          <p:nvPr/>
        </p:nvSpPr>
        <p:spPr>
          <a:xfrm>
            <a:off x="0" y="5943600"/>
            <a:ext cx="9144000" cy="0"/>
          </a:xfrm>
          <a:prstGeom prst="line">
            <a:avLst/>
          </a:prstGeom>
          <a:noFill/>
          <a:ln w="3810">
            <a:solidFill>
              <a:srgbClr val="FF6B00">
                <a:alpha val="6000"/>
              </a:srgbClr>
            </a:solidFill>
            <a:prstDash val="solid"/>
          </a:ln>
        </p:spPr>
      </p:sp>
      <p:sp>
        <p:nvSpPr>
          <p:cNvPr id="30" name="Shape 28"/>
          <p:cNvSpPr/>
          <p:nvPr/>
        </p:nvSpPr>
        <p:spPr>
          <a:xfrm>
            <a:off x="6400800" y="0"/>
            <a:ext cx="0" cy="5143500"/>
          </a:xfrm>
          <a:prstGeom prst="line">
            <a:avLst/>
          </a:prstGeom>
          <a:noFill/>
          <a:ln w="3810">
            <a:solidFill>
              <a:srgbClr val="FF6B00">
                <a:alpha val="6000"/>
              </a:srgbClr>
            </a:solidFill>
            <a:prstDash val="solid"/>
          </a:ln>
        </p:spPr>
      </p:sp>
      <p:sp>
        <p:nvSpPr>
          <p:cNvPr id="31" name="Shape 29"/>
          <p:cNvSpPr/>
          <p:nvPr/>
        </p:nvSpPr>
        <p:spPr>
          <a:xfrm>
            <a:off x="0" y="6400800"/>
            <a:ext cx="9144000" cy="0"/>
          </a:xfrm>
          <a:prstGeom prst="line">
            <a:avLst/>
          </a:prstGeom>
          <a:noFill/>
          <a:ln w="3810">
            <a:solidFill>
              <a:srgbClr val="FF6B00">
                <a:alpha val="6000"/>
              </a:srgbClr>
            </a:solidFill>
            <a:prstDash val="solid"/>
          </a:ln>
        </p:spPr>
      </p:sp>
      <p:sp>
        <p:nvSpPr>
          <p:cNvPr id="32" name="Shape 30"/>
          <p:cNvSpPr/>
          <p:nvPr/>
        </p:nvSpPr>
        <p:spPr>
          <a:xfrm>
            <a:off x="6858000" y="0"/>
            <a:ext cx="0" cy="5143500"/>
          </a:xfrm>
          <a:prstGeom prst="line">
            <a:avLst/>
          </a:prstGeom>
          <a:noFill/>
          <a:ln w="3810">
            <a:solidFill>
              <a:srgbClr val="FF6B00">
                <a:alpha val="6000"/>
              </a:srgbClr>
            </a:solidFill>
            <a:prstDash val="solid"/>
          </a:ln>
        </p:spPr>
      </p:sp>
      <p:sp>
        <p:nvSpPr>
          <p:cNvPr id="33" name="Shape 31"/>
          <p:cNvSpPr/>
          <p:nvPr/>
        </p:nvSpPr>
        <p:spPr>
          <a:xfrm>
            <a:off x="0" y="6858000"/>
            <a:ext cx="9144000" cy="0"/>
          </a:xfrm>
          <a:prstGeom prst="line">
            <a:avLst/>
          </a:prstGeom>
          <a:noFill/>
          <a:ln w="3810">
            <a:solidFill>
              <a:srgbClr val="FF6B00">
                <a:alpha val="6000"/>
              </a:srgbClr>
            </a:solidFill>
            <a:prstDash val="solid"/>
          </a:ln>
        </p:spPr>
      </p:sp>
      <p:sp>
        <p:nvSpPr>
          <p:cNvPr id="34" name="Shape 32"/>
          <p:cNvSpPr/>
          <p:nvPr/>
        </p:nvSpPr>
        <p:spPr>
          <a:xfrm>
            <a:off x="7315200" y="0"/>
            <a:ext cx="0" cy="5143500"/>
          </a:xfrm>
          <a:prstGeom prst="line">
            <a:avLst/>
          </a:prstGeom>
          <a:noFill/>
          <a:ln w="3810">
            <a:solidFill>
              <a:srgbClr val="FF6B00">
                <a:alpha val="6000"/>
              </a:srgbClr>
            </a:solidFill>
            <a:prstDash val="solid"/>
          </a:ln>
        </p:spPr>
      </p:sp>
      <p:sp>
        <p:nvSpPr>
          <p:cNvPr id="35" name="Shape 33"/>
          <p:cNvSpPr/>
          <p:nvPr/>
        </p:nvSpPr>
        <p:spPr>
          <a:xfrm>
            <a:off x="0" y="7315200"/>
            <a:ext cx="9144000" cy="0"/>
          </a:xfrm>
          <a:prstGeom prst="line">
            <a:avLst/>
          </a:prstGeom>
          <a:noFill/>
          <a:ln w="3810">
            <a:solidFill>
              <a:srgbClr val="FF6B00">
                <a:alpha val="6000"/>
              </a:srgbClr>
            </a:solidFill>
            <a:prstDash val="solid"/>
          </a:ln>
        </p:spPr>
      </p:sp>
      <p:sp>
        <p:nvSpPr>
          <p:cNvPr id="36" name="Shape 34"/>
          <p:cNvSpPr/>
          <p:nvPr/>
        </p:nvSpPr>
        <p:spPr>
          <a:xfrm>
            <a:off x="7772400" y="0"/>
            <a:ext cx="0" cy="5143500"/>
          </a:xfrm>
          <a:prstGeom prst="line">
            <a:avLst/>
          </a:prstGeom>
          <a:noFill/>
          <a:ln w="3810">
            <a:solidFill>
              <a:srgbClr val="FF6B00">
                <a:alpha val="6000"/>
              </a:srgbClr>
            </a:solidFill>
            <a:prstDash val="solid"/>
          </a:ln>
        </p:spPr>
      </p:sp>
      <p:sp>
        <p:nvSpPr>
          <p:cNvPr id="37" name="Shape 35"/>
          <p:cNvSpPr/>
          <p:nvPr/>
        </p:nvSpPr>
        <p:spPr>
          <a:xfrm>
            <a:off x="0" y="7772400"/>
            <a:ext cx="9144000" cy="0"/>
          </a:xfrm>
          <a:prstGeom prst="line">
            <a:avLst/>
          </a:prstGeom>
          <a:noFill/>
          <a:ln w="3810">
            <a:solidFill>
              <a:srgbClr val="FF6B00">
                <a:alpha val="6000"/>
              </a:srgbClr>
            </a:solidFill>
            <a:prstDash val="solid"/>
          </a:ln>
        </p:spPr>
      </p:sp>
      <p:sp>
        <p:nvSpPr>
          <p:cNvPr id="38" name="Shape 36"/>
          <p:cNvSpPr/>
          <p:nvPr/>
        </p:nvSpPr>
        <p:spPr>
          <a:xfrm>
            <a:off x="8229600" y="0"/>
            <a:ext cx="0" cy="5143500"/>
          </a:xfrm>
          <a:prstGeom prst="line">
            <a:avLst/>
          </a:prstGeom>
          <a:noFill/>
          <a:ln w="3810">
            <a:solidFill>
              <a:srgbClr val="FF6B00">
                <a:alpha val="6000"/>
              </a:srgbClr>
            </a:solidFill>
            <a:prstDash val="solid"/>
          </a:ln>
        </p:spPr>
      </p:sp>
      <p:sp>
        <p:nvSpPr>
          <p:cNvPr id="39" name="Shape 37"/>
          <p:cNvSpPr/>
          <p:nvPr/>
        </p:nvSpPr>
        <p:spPr>
          <a:xfrm>
            <a:off x="0" y="8229600"/>
            <a:ext cx="9144000" cy="0"/>
          </a:xfrm>
          <a:prstGeom prst="line">
            <a:avLst/>
          </a:prstGeom>
          <a:noFill/>
          <a:ln w="3810">
            <a:solidFill>
              <a:srgbClr val="FF6B00">
                <a:alpha val="6000"/>
              </a:srgbClr>
            </a:solidFill>
            <a:prstDash val="solid"/>
          </a:ln>
        </p:spPr>
      </p:sp>
      <p:sp>
        <p:nvSpPr>
          <p:cNvPr id="40" name="Shape 38"/>
          <p:cNvSpPr/>
          <p:nvPr/>
        </p:nvSpPr>
        <p:spPr>
          <a:xfrm>
            <a:off x="8686800" y="0"/>
            <a:ext cx="0" cy="5143500"/>
          </a:xfrm>
          <a:prstGeom prst="line">
            <a:avLst/>
          </a:prstGeom>
          <a:noFill/>
          <a:ln w="3810">
            <a:solidFill>
              <a:srgbClr val="FF6B00">
                <a:alpha val="6000"/>
              </a:srgbClr>
            </a:solidFill>
            <a:prstDash val="solid"/>
          </a:ln>
        </p:spPr>
      </p:sp>
      <p:sp>
        <p:nvSpPr>
          <p:cNvPr id="41" name="Shape 39"/>
          <p:cNvSpPr/>
          <p:nvPr/>
        </p:nvSpPr>
        <p:spPr>
          <a:xfrm>
            <a:off x="0" y="8686800"/>
            <a:ext cx="9144000" cy="0"/>
          </a:xfrm>
          <a:prstGeom prst="line">
            <a:avLst/>
          </a:prstGeom>
          <a:noFill/>
          <a:ln w="3810">
            <a:solidFill>
              <a:srgbClr val="FF6B00">
                <a:alpha val="6000"/>
              </a:srgbClr>
            </a:solidFill>
            <a:prstDash val="solid"/>
          </a:ln>
        </p:spPr>
      </p:sp>
      <p:sp>
        <p:nvSpPr>
          <p:cNvPr id="42" name="Shape 40"/>
          <p:cNvSpPr/>
          <p:nvPr/>
        </p:nvSpPr>
        <p:spPr>
          <a:xfrm>
            <a:off x="-1097280" y="-1097280"/>
            <a:ext cx="4114800" cy="4114800"/>
          </a:xfrm>
          <a:prstGeom prst="ellipse">
            <a:avLst/>
          </a:prstGeom>
          <a:solidFill>
            <a:srgbClr val="FF6B00">
              <a:alpha val="15000"/>
            </a:srgbClr>
          </a:solidFill>
          <a:ln w="12700">
            <a:solidFill>
              <a:srgbClr val="FF6B00">
                <a:alpha val="0"/>
              </a:srgbClr>
            </a:solidFill>
            <a:prstDash val="solid"/>
          </a:ln>
        </p:spPr>
      </p:sp>
      <p:sp>
        <p:nvSpPr>
          <p:cNvPr id="43" name="Shape 41"/>
          <p:cNvSpPr/>
          <p:nvPr/>
        </p:nvSpPr>
        <p:spPr>
          <a:xfrm>
            <a:off x="6858000" y="3200400"/>
            <a:ext cx="3657600" cy="3657600"/>
          </a:xfrm>
          <a:prstGeom prst="ellipse">
            <a:avLst/>
          </a:prstGeom>
          <a:solidFill>
            <a:srgbClr val="138808">
              <a:alpha val="15000"/>
            </a:srgbClr>
          </a:solidFill>
          <a:ln w="12700">
            <a:solidFill>
              <a:srgbClr val="138808">
                <a:alpha val="0"/>
              </a:srgbClr>
            </a:solidFill>
            <a:prstDash val="solid"/>
          </a:ln>
        </p:spPr>
      </p:sp>
      <p:sp>
        <p:nvSpPr>
          <p:cNvPr id="44" name="Shape 42"/>
          <p:cNvSpPr/>
          <p:nvPr/>
        </p:nvSpPr>
        <p:spPr>
          <a:xfrm>
            <a:off x="0" y="0"/>
            <a:ext cx="3044952" cy="64008"/>
          </a:xfrm>
          <a:prstGeom prst="rect">
            <a:avLst/>
          </a:prstGeom>
          <a:solidFill>
            <a:srgbClr val="FF6B00"/>
          </a:solidFill>
          <a:ln w="12700">
            <a:solidFill>
              <a:srgbClr val="FF6B00">
                <a:alpha val="0"/>
              </a:srgbClr>
            </a:solidFill>
            <a:prstDash val="solid"/>
          </a:ln>
        </p:spPr>
      </p:sp>
      <p:sp>
        <p:nvSpPr>
          <p:cNvPr id="45" name="Shape 43"/>
          <p:cNvSpPr/>
          <p:nvPr/>
        </p:nvSpPr>
        <p:spPr>
          <a:xfrm>
            <a:off x="3044952" y="0"/>
            <a:ext cx="3044952" cy="64008"/>
          </a:xfrm>
          <a:prstGeom prst="rect">
            <a:avLst/>
          </a:prstGeom>
          <a:solidFill>
            <a:srgbClr val="FFFFFF"/>
          </a:solidFill>
          <a:ln w="12700">
            <a:solidFill>
              <a:srgbClr val="FFFFFF">
                <a:alpha val="0"/>
              </a:srgbClr>
            </a:solidFill>
            <a:prstDash val="solid"/>
          </a:ln>
        </p:spPr>
      </p:sp>
      <p:sp>
        <p:nvSpPr>
          <p:cNvPr id="46" name="Shape 44"/>
          <p:cNvSpPr/>
          <p:nvPr/>
        </p:nvSpPr>
        <p:spPr>
          <a:xfrm>
            <a:off x="6099048" y="0"/>
            <a:ext cx="3044952" cy="64008"/>
          </a:xfrm>
          <a:prstGeom prst="rect">
            <a:avLst/>
          </a:prstGeom>
          <a:solidFill>
            <a:srgbClr val="138808"/>
          </a:solidFill>
          <a:ln w="12700">
            <a:solidFill>
              <a:srgbClr val="138808">
                <a:alpha val="0"/>
              </a:srgbClr>
            </a:solidFill>
            <a:prstDash val="solid"/>
          </a:ln>
        </p:spPr>
      </p:sp>
      <p:sp>
        <p:nvSpPr>
          <p:cNvPr id="47" name="Shape 45"/>
          <p:cNvSpPr/>
          <p:nvPr/>
        </p:nvSpPr>
        <p:spPr>
          <a:xfrm>
            <a:off x="502920" y="822960"/>
            <a:ext cx="1005840" cy="1005840"/>
          </a:xfrm>
          <a:prstGeom prst="ellipse">
            <a:avLst/>
          </a:prstGeom>
          <a:solidFill>
            <a:srgbClr val="FF6B00"/>
          </a:solidFill>
          <a:ln w="12700">
            <a:solidFill>
              <a:srgbClr val="FF6B00">
                <a:alpha val="0"/>
              </a:srgbClr>
            </a:solidFill>
            <a:prstDash val="solid"/>
          </a:ln>
        </p:spPr>
      </p:sp>
      <p:sp>
        <p:nvSpPr>
          <p:cNvPr id="48" name="Text 46"/>
          <p:cNvSpPr/>
          <p:nvPr/>
        </p:nvSpPr>
        <p:spPr>
          <a:xfrm>
            <a:off x="502920" y="822960"/>
            <a:ext cx="1005840" cy="1005840"/>
          </a:xfrm>
          <a:prstGeom prst="rect">
            <a:avLst/>
          </a:prstGeom>
          <a:noFill/>
          <a:ln/>
        </p:spPr>
        <p:txBody>
          <a:bodyPr wrap="square" rtlCol="0" anchor="ctr"/>
          <a:lstStyle/>
          <a:p>
            <a:pPr algn="ctr" indent="0" marL="0">
              <a:buNone/>
            </a:pPr>
            <a:r>
              <a:rPr lang="en-US" sz="2200" b="1" dirty="0">
                <a:solidFill>
                  <a:srgbClr val="FFFFFF"/>
                </a:solidFill>
                <a:latin typeface="Rajdhani" pitchFamily="34" charset="0"/>
                <a:ea typeface="Rajdhani" pitchFamily="34" charset="-122"/>
                <a:cs typeface="Rajdhani" pitchFamily="34" charset="-120"/>
              </a:rPr>
              <a:t>MS</a:t>
            </a:r>
            <a:endParaRPr lang="en-US" sz="2200" dirty="0"/>
          </a:p>
        </p:txBody>
      </p:sp>
      <p:sp>
        <p:nvSpPr>
          <p:cNvPr id="49" name="Text 47"/>
          <p:cNvSpPr/>
          <p:nvPr/>
        </p:nvSpPr>
        <p:spPr>
          <a:xfrm>
            <a:off x="1645920" y="914400"/>
            <a:ext cx="4572000" cy="365760"/>
          </a:xfrm>
          <a:prstGeom prst="rect">
            <a:avLst/>
          </a:prstGeom>
          <a:noFill/>
          <a:ln/>
        </p:spPr>
        <p:txBody>
          <a:bodyPr wrap="square" rtlCol="0" anchor="ctr"/>
          <a:lstStyle/>
          <a:p>
            <a:pPr algn="l" indent="0" marL="0">
              <a:buNone/>
            </a:pPr>
            <a:r>
              <a:rPr lang="en-US" sz="1300" dirty="0">
                <a:solidFill>
                  <a:srgbClr val="8A9BB8"/>
                </a:solidFill>
                <a:latin typeface="Calibri" pitchFamily="34" charset="0"/>
                <a:ea typeface="Calibri" pitchFamily="34" charset="-122"/>
                <a:cs typeface="Calibri" pitchFamily="34" charset="-120"/>
              </a:rPr>
              <a:t>MeeSeva  |  Transport · Telangana</a:t>
            </a:r>
            <a:endParaRPr lang="en-US" sz="1300" dirty="0"/>
          </a:p>
        </p:txBody>
      </p:sp>
      <p:sp>
        <p:nvSpPr>
          <p:cNvPr id="50" name="Text 48"/>
          <p:cNvSpPr/>
          <p:nvPr/>
        </p:nvSpPr>
        <p:spPr>
          <a:xfrm>
            <a:off x="457200" y="1554480"/>
            <a:ext cx="8229600" cy="1645920"/>
          </a:xfrm>
          <a:prstGeom prst="rect">
            <a:avLst/>
          </a:prstGeom>
          <a:noFill/>
          <a:ln/>
        </p:spPr>
        <p:txBody>
          <a:bodyPr wrap="square" rtlCol="0" anchor="ctr"/>
          <a:lstStyle/>
          <a:p>
            <a:pPr algn="ctr" indent="0" marL="0">
              <a:buNone/>
            </a:pPr>
            <a:r>
              <a:rPr lang="en-US" sz="5600" b="1" dirty="0">
                <a:solidFill>
                  <a:srgbClr val="FFFFFF"/>
                </a:solidFill>
                <a:latin typeface="Georgia" pitchFamily="34" charset="0"/>
                <a:ea typeface="Georgia" pitchFamily="34" charset="-122"/>
                <a:cs typeface="Georgia" pitchFamily="34" charset="-120"/>
              </a:rPr>
              <a:t>Driving Licence</a:t>
            </a:r>
            <a:endParaRPr lang="en-US" sz="5600" dirty="0"/>
          </a:p>
          <a:p>
            <a:pPr algn="ctr" indent="0" marL="0">
              <a:buNone/>
            </a:pPr>
            <a:r>
              <a:rPr lang="en-US" sz="5600" b="1" dirty="0">
                <a:solidFill>
                  <a:srgbClr val="FFFFFF"/>
                </a:solidFill>
                <a:latin typeface="Georgia" pitchFamily="34" charset="0"/>
                <a:ea typeface="Georgia" pitchFamily="34" charset="-122"/>
                <a:cs typeface="Georgia" pitchFamily="34" charset="-120"/>
              </a:rPr>
              <a:t>Portal</a:t>
            </a:r>
            <a:endParaRPr lang="en-US" sz="5600" dirty="0"/>
          </a:p>
        </p:txBody>
      </p:sp>
      <p:sp>
        <p:nvSpPr>
          <p:cNvPr id="51" name="Text 49"/>
          <p:cNvSpPr/>
          <p:nvPr/>
        </p:nvSpPr>
        <p:spPr>
          <a:xfrm>
            <a:off x="457200" y="1463040"/>
            <a:ext cx="8229600" cy="640080"/>
          </a:xfrm>
          <a:prstGeom prst="rect">
            <a:avLst/>
          </a:prstGeom>
          <a:noFill/>
          <a:ln/>
        </p:spPr>
        <p:txBody>
          <a:bodyPr wrap="square" rtlCol="0" anchor="ctr"/>
          <a:lstStyle/>
          <a:p>
            <a:pPr algn="ctr" indent="0" marL="0">
              <a:buNone/>
            </a:pPr>
            <a:r>
              <a:rPr lang="en-US" sz="2000" spc="800" kern="0" dirty="0">
                <a:solidFill>
                  <a:srgbClr val="FF6B00"/>
                </a:solidFill>
                <a:latin typeface="Calibri" pitchFamily="34" charset="0"/>
                <a:ea typeface="Calibri" pitchFamily="34" charset="-122"/>
                <a:cs typeface="Calibri" pitchFamily="34" charset="-120"/>
              </a:rPr>
              <a:t>MeeSeva</a:t>
            </a:r>
            <a:endParaRPr lang="en-US" sz="2000" dirty="0"/>
          </a:p>
        </p:txBody>
      </p:sp>
      <p:sp>
        <p:nvSpPr>
          <p:cNvPr id="52" name="Text 50"/>
          <p:cNvSpPr/>
          <p:nvPr/>
        </p:nvSpPr>
        <p:spPr>
          <a:xfrm>
            <a:off x="914400" y="3337560"/>
            <a:ext cx="7315200" cy="457200"/>
          </a:xfrm>
          <a:prstGeom prst="rect">
            <a:avLst/>
          </a:prstGeom>
          <a:noFill/>
          <a:ln/>
        </p:spPr>
        <p:txBody>
          <a:bodyPr wrap="square" rtlCol="0" anchor="ctr"/>
          <a:lstStyle/>
          <a:p>
            <a:pPr algn="ctr" indent="0" marL="0">
              <a:buNone/>
            </a:pPr>
            <a:r>
              <a:rPr lang="en-US" sz="1500" dirty="0">
                <a:solidFill>
                  <a:srgbClr val="8A9BB8"/>
                </a:solidFill>
                <a:latin typeface="Calibri" pitchFamily="34" charset="0"/>
                <a:ea typeface="Calibri" pitchFamily="34" charset="-122"/>
                <a:cs typeface="Calibri" pitchFamily="34" charset="-120"/>
              </a:rPr>
              <a:t>Digitizing Government Transport Services for Citizens of Telangana</a:t>
            </a:r>
            <a:endParaRPr lang="en-US" sz="1500" dirty="0"/>
          </a:p>
        </p:txBody>
      </p:sp>
      <p:sp>
        <p:nvSpPr>
          <p:cNvPr id="53" name="Shape 51"/>
          <p:cNvSpPr/>
          <p:nvPr/>
        </p:nvSpPr>
        <p:spPr>
          <a:xfrm>
            <a:off x="1645920" y="3886200"/>
            <a:ext cx="5852160" cy="1005840"/>
          </a:xfrm>
          <a:prstGeom prst="rect">
            <a:avLst/>
          </a:prstGeom>
          <a:solidFill>
            <a:srgbClr val="0F2040"/>
          </a:solidFill>
          <a:ln w="12700">
            <a:solidFill>
              <a:srgbClr val="FF6B00"/>
            </a:solidFill>
            <a:prstDash val="solid"/>
          </a:ln>
        </p:spPr>
      </p:sp>
      <p:sp>
        <p:nvSpPr>
          <p:cNvPr id="54" name="Text 52"/>
          <p:cNvSpPr/>
          <p:nvPr/>
        </p:nvSpPr>
        <p:spPr>
          <a:xfrm>
            <a:off x="1737360" y="3931920"/>
            <a:ext cx="5669280" cy="914400"/>
          </a:xfrm>
          <a:prstGeom prst="rect">
            <a:avLst/>
          </a:prstGeom>
          <a:noFill/>
          <a:ln/>
        </p:spPr>
        <p:txBody>
          <a:bodyPr wrap="square" rtlCol="0" anchor="ctr"/>
          <a:lstStyle/>
          <a:p>
            <a:pPr algn="ctr" indent="0" marL="0">
              <a:buNone/>
            </a:pPr>
            <a:r>
              <a:rPr lang="en-US" sz="1300" b="1" dirty="0">
                <a:solidFill>
                  <a:srgbClr val="FF6B00"/>
                </a:solidFill>
                <a:latin typeface="Calibri" pitchFamily="34" charset="0"/>
                <a:ea typeface="Calibri" pitchFamily="34" charset="-122"/>
                <a:cs typeface="Calibri" pitchFamily="34" charset="-120"/>
              </a:rPr>
              <a:t>Team Members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Sai Lasya Grandhi  </a:t>
            </a:r>
            <a:pPr algn="ctr" indent="0" marL="0">
              <a:buNone/>
            </a:pPr>
            <a:r>
              <a:rPr lang="en-US" sz="1300" dirty="0">
                <a:solidFill>
                  <a:srgbClr val="8A9BB8"/>
                </a:solidFill>
                <a:latin typeface="Calibri" pitchFamily="34" charset="0"/>
                <a:ea typeface="Calibri" pitchFamily="34" charset="-122"/>
                <a:cs typeface="Calibri" pitchFamily="34" charset="-120"/>
              </a:rPr>
              <a:t>2520030538</a:t>
            </a:r>
            <a:pPr algn="ctr" indent="0" marL="0">
              <a:buNone/>
            </a:pPr>
            <a:r>
              <a:rPr lang="en-US" sz="1300" dirty="0">
                <a:solidFill>
                  <a:srgbClr val="0F2040"/>
                </a:solidFill>
                <a:latin typeface="Calibri" pitchFamily="34" charset="0"/>
                <a:ea typeface="Calibri" pitchFamily="34" charset="-122"/>
                <a:cs typeface="Calibri" pitchFamily="34" charset="-120"/>
              </a:rPr>
              <a:t>     |     </a:t>
            </a:r>
            <a:pPr algn="ctr" indent="0" marL="0">
              <a:buNone/>
            </a:pPr>
            <a:r>
              <a:rPr lang="en-US" sz="1300" dirty="0">
                <a:solidFill>
                  <a:srgbClr val="FFFFFF"/>
                </a:solidFill>
                <a:latin typeface="Calibri" pitchFamily="34" charset="0"/>
                <a:ea typeface="Calibri" pitchFamily="34" charset="-122"/>
                <a:cs typeface="Calibri" pitchFamily="34" charset="-120"/>
              </a:rPr>
              <a:t>Bathula Neha  </a:t>
            </a:r>
            <a:pPr algn="ctr" indent="0" marL="0">
              <a:buNone/>
            </a:pPr>
            <a:r>
              <a:rPr lang="en-US" sz="1300" dirty="0">
                <a:solidFill>
                  <a:srgbClr val="8A9BB8"/>
                </a:solidFill>
                <a:latin typeface="Calibri" pitchFamily="34" charset="0"/>
                <a:ea typeface="Calibri" pitchFamily="34" charset="-122"/>
                <a:cs typeface="Calibri" pitchFamily="34" charset="-120"/>
              </a:rPr>
              <a:t>2520090013</a:t>
            </a:r>
            <a:endParaRPr lang="en-US" sz="1300" dirty="0"/>
          </a:p>
        </p:txBody>
      </p:sp>
      <p:sp>
        <p:nvSpPr>
          <p:cNvPr id="55" name="Text 53"/>
          <p:cNvSpPr/>
          <p:nvPr/>
        </p:nvSpPr>
        <p:spPr>
          <a:xfrm>
            <a:off x="0" y="4983480"/>
            <a:ext cx="9144000" cy="164592"/>
          </a:xfrm>
          <a:prstGeom prst="rect">
            <a:avLst/>
          </a:prstGeom>
          <a:noFill/>
          <a:ln/>
        </p:spPr>
        <p:txBody>
          <a:bodyPr wrap="square" rtlCol="0" anchor="ctr"/>
          <a:lstStyle/>
          <a:p>
            <a:pPr algn="ctr" indent="0" marL="0">
              <a:buNone/>
            </a:pPr>
            <a:r>
              <a:rPr lang="en-US" sz="800" dirty="0">
                <a:solidFill>
                  <a:srgbClr val="8A9BB8"/>
                </a:solidFill>
                <a:latin typeface="Calibri" pitchFamily="34" charset="0"/>
                <a:ea typeface="Calibri" pitchFamily="34" charset="-122"/>
                <a:cs typeface="Calibri" pitchFamily="34" charset="-120"/>
              </a:rPr>
              <a:t>25CS1201E  |  Front End Development Frameworks &amp; UI Engineering  |  2025-26 Term-III</a:t>
            </a:r>
            <a:endParaRPr lang="en-US" sz="800" dirty="0"/>
          </a:p>
        </p:txBody>
      </p:sp>
      <p:sp>
        <p:nvSpPr>
          <p:cNvPr id="56" name="Shape 54"/>
          <p:cNvSpPr/>
          <p:nvPr/>
        </p:nvSpPr>
        <p:spPr>
          <a:xfrm>
            <a:off x="0" y="5074920"/>
            <a:ext cx="3044952" cy="64008"/>
          </a:xfrm>
          <a:prstGeom prst="rect">
            <a:avLst/>
          </a:prstGeom>
          <a:solidFill>
            <a:srgbClr val="FF6B00"/>
          </a:solidFill>
          <a:ln w="12700">
            <a:solidFill>
              <a:srgbClr val="FF6B00">
                <a:alpha val="0"/>
              </a:srgbClr>
            </a:solidFill>
            <a:prstDash val="solid"/>
          </a:ln>
        </p:spPr>
      </p:sp>
      <p:sp>
        <p:nvSpPr>
          <p:cNvPr id="57" name="Shape 55"/>
          <p:cNvSpPr/>
          <p:nvPr/>
        </p:nvSpPr>
        <p:spPr>
          <a:xfrm>
            <a:off x="3044952" y="5074920"/>
            <a:ext cx="3044952" cy="64008"/>
          </a:xfrm>
          <a:prstGeom prst="rect">
            <a:avLst/>
          </a:prstGeom>
          <a:solidFill>
            <a:srgbClr val="FFFFFF"/>
          </a:solidFill>
          <a:ln w="12700">
            <a:solidFill>
              <a:srgbClr val="FFFFFF">
                <a:alpha val="0"/>
              </a:srgbClr>
            </a:solidFill>
            <a:prstDash val="solid"/>
          </a:ln>
        </p:spPr>
      </p:sp>
      <p:sp>
        <p:nvSpPr>
          <p:cNvPr id="58" name="Shape 56"/>
          <p:cNvSpPr/>
          <p:nvPr/>
        </p:nvSpPr>
        <p:spPr>
          <a:xfrm>
            <a:off x="6099048" y="5074920"/>
            <a:ext cx="3044952" cy="64008"/>
          </a:xfrm>
          <a:prstGeom prst="rect">
            <a:avLst/>
          </a:prstGeom>
          <a:solidFill>
            <a:srgbClr val="138808"/>
          </a:solidFill>
          <a:ln w="12700">
            <a:solidFill>
              <a:srgbClr val="138808">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1628"/>
          </a:solidFill>
          <a:ln w="12700">
            <a:solidFill>
              <a:srgbClr val="0A1628">
                <a:alpha val="0"/>
              </a:srgbClr>
            </a:solidFill>
            <a:prstDash val="solid"/>
          </a:ln>
        </p:spPr>
      </p:sp>
      <p:sp>
        <p:nvSpPr>
          <p:cNvPr id="3" name="Shape 1"/>
          <p:cNvSpPr/>
          <p:nvPr/>
        </p:nvSpPr>
        <p:spPr>
          <a:xfrm>
            <a:off x="109728" y="0"/>
            <a:ext cx="9034272" cy="960120"/>
          </a:xfrm>
          <a:prstGeom prst="rect">
            <a:avLst/>
          </a:prstGeom>
          <a:solidFill>
            <a:srgbClr val="0A1628"/>
          </a:solidFill>
          <a:ln w="12700">
            <a:solidFill>
              <a:srgbClr val="0A1628">
                <a:alpha val="0"/>
              </a:srgbClr>
            </a:solidFill>
            <a:prstDash val="solid"/>
          </a:ln>
        </p:spPr>
      </p:sp>
      <p:sp>
        <p:nvSpPr>
          <p:cNvPr id="4" name="Shape 2"/>
          <p:cNvSpPr/>
          <p:nvPr/>
        </p:nvSpPr>
        <p:spPr>
          <a:xfrm>
            <a:off x="109728" y="0"/>
            <a:ext cx="3008376" cy="50292"/>
          </a:xfrm>
          <a:prstGeom prst="rect">
            <a:avLst/>
          </a:prstGeom>
          <a:solidFill>
            <a:srgbClr val="FF6B00"/>
          </a:solidFill>
          <a:ln w="12700">
            <a:solidFill>
              <a:srgbClr val="FF6B00">
                <a:alpha val="0"/>
              </a:srgbClr>
            </a:solidFill>
            <a:prstDash val="solid"/>
          </a:ln>
        </p:spPr>
      </p:sp>
      <p:sp>
        <p:nvSpPr>
          <p:cNvPr id="5" name="Shape 3"/>
          <p:cNvSpPr/>
          <p:nvPr/>
        </p:nvSpPr>
        <p:spPr>
          <a:xfrm>
            <a:off x="3118104" y="0"/>
            <a:ext cx="3008376" cy="50292"/>
          </a:xfrm>
          <a:prstGeom prst="rect">
            <a:avLst/>
          </a:prstGeom>
          <a:solidFill>
            <a:srgbClr val="FFFFFF"/>
          </a:solidFill>
          <a:ln w="12700">
            <a:solidFill>
              <a:srgbClr val="FFFFFF">
                <a:alpha val="0"/>
              </a:srgbClr>
            </a:solidFill>
            <a:prstDash val="solid"/>
          </a:ln>
        </p:spPr>
      </p:sp>
      <p:sp>
        <p:nvSpPr>
          <p:cNvPr id="6" name="Shape 4"/>
          <p:cNvSpPr/>
          <p:nvPr/>
        </p:nvSpPr>
        <p:spPr>
          <a:xfrm>
            <a:off x="6135624" y="0"/>
            <a:ext cx="3008376" cy="50292"/>
          </a:xfrm>
          <a:prstGeom prst="rect">
            <a:avLst/>
          </a:prstGeom>
          <a:solidFill>
            <a:srgbClr val="138808"/>
          </a:solidFill>
          <a:ln w="12700">
            <a:solidFill>
              <a:srgbClr val="138808">
                <a:alpha val="0"/>
              </a:srgbClr>
            </a:solidFill>
            <a:prstDash val="solid"/>
          </a:ln>
        </p:spPr>
      </p:sp>
      <p:sp>
        <p:nvSpPr>
          <p:cNvPr id="7" name="Text 5"/>
          <p:cNvSpPr/>
          <p:nvPr/>
        </p:nvSpPr>
        <p:spPr>
          <a:xfrm>
            <a:off x="320040" y="73152"/>
            <a:ext cx="6858000" cy="7772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Introduction</a:t>
            </a:r>
            <a:endParaRPr lang="en-US" sz="3000" dirty="0"/>
          </a:p>
        </p:txBody>
      </p:sp>
      <p:sp>
        <p:nvSpPr>
          <p:cNvPr id="8" name="Text 6"/>
          <p:cNvSpPr/>
          <p:nvPr/>
        </p:nvSpPr>
        <p:spPr>
          <a:xfrm>
            <a:off x="7315200" y="228600"/>
            <a:ext cx="1645920" cy="457200"/>
          </a:xfrm>
          <a:prstGeom prst="rect">
            <a:avLst/>
          </a:prstGeom>
          <a:noFill/>
          <a:ln/>
        </p:spPr>
        <p:txBody>
          <a:bodyPr wrap="square" rtlCol="0" anchor="ctr"/>
          <a:lstStyle/>
          <a:p>
            <a:pPr algn="r" indent="0" marL="0">
              <a:buNone/>
            </a:pPr>
            <a:r>
              <a:rPr lang="en-US" sz="1000" dirty="0">
                <a:solidFill>
                  <a:srgbClr val="8A9BB8"/>
                </a:solidFill>
                <a:latin typeface="Calibri" pitchFamily="34" charset="0"/>
                <a:ea typeface="Calibri" pitchFamily="34" charset="-122"/>
                <a:cs typeface="Calibri" pitchFamily="34" charset="-120"/>
              </a:rPr>
              <a:t>Slide 2</a:t>
            </a:r>
            <a:endParaRPr lang="en-US" sz="1000" dirty="0"/>
          </a:p>
        </p:txBody>
      </p:sp>
      <p:sp>
        <p:nvSpPr>
          <p:cNvPr id="9" name="Shape 7"/>
          <p:cNvSpPr/>
          <p:nvPr/>
        </p:nvSpPr>
        <p:spPr>
          <a:xfrm>
            <a:off x="228600" y="1097280"/>
            <a:ext cx="4114800" cy="3566160"/>
          </a:xfrm>
          <a:prstGeom prst="rect">
            <a:avLst/>
          </a:prstGeom>
          <a:solidFill>
            <a:srgbClr val="0A1628"/>
          </a:solidFill>
          <a:ln w="12700">
            <a:solidFill>
              <a:srgbClr val="FF6B00"/>
            </a:solidFill>
            <a:prstDash val="solid"/>
          </a:ln>
        </p:spPr>
      </p:sp>
      <p:sp>
        <p:nvSpPr>
          <p:cNvPr id="10" name="Text 8"/>
          <p:cNvSpPr/>
          <p:nvPr/>
        </p:nvSpPr>
        <p:spPr>
          <a:xfrm>
            <a:off x="320040" y="1143000"/>
            <a:ext cx="3931920" cy="411480"/>
          </a:xfrm>
          <a:prstGeom prst="rect">
            <a:avLst/>
          </a:prstGeom>
          <a:noFill/>
          <a:ln/>
        </p:spPr>
        <p:txBody>
          <a:bodyPr wrap="square" rtlCol="0" anchor="ctr"/>
          <a:lstStyle/>
          <a:p>
            <a:pPr indent="0" marL="0">
              <a:buNone/>
            </a:pPr>
            <a:r>
              <a:rPr lang="en-US" sz="1400" b="1" dirty="0">
                <a:solidFill>
                  <a:srgbClr val="FF6B00"/>
                </a:solidFill>
                <a:latin typeface="Calibri" pitchFamily="34" charset="0"/>
                <a:ea typeface="Calibri" pitchFamily="34" charset="-122"/>
                <a:cs typeface="Calibri" pitchFamily="34" charset="-120"/>
              </a:rPr>
              <a:t>❌  The Problem</a:t>
            </a:r>
            <a:endParaRPr lang="en-US" sz="1400" dirty="0"/>
          </a:p>
        </p:txBody>
      </p:sp>
      <p:sp>
        <p:nvSpPr>
          <p:cNvPr id="11" name="Text 9"/>
          <p:cNvSpPr/>
          <p:nvPr/>
        </p:nvSpPr>
        <p:spPr>
          <a:xfrm>
            <a:off x="365760" y="1600200"/>
            <a:ext cx="3886200" cy="2926080"/>
          </a:xfrm>
          <a:prstGeom prst="rect">
            <a:avLst/>
          </a:prstGeom>
          <a:noFill/>
          <a:ln/>
        </p:spPr>
        <p:txBody>
          <a:bodyPr wrap="square" rtlCol="0" anchor="t"/>
          <a:lstStyle/>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Manual, Paper-Based Processes</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Long queues at RTO offices</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Limited transparency &amp; tracking</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Complex eligibility checks</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Delays in coordination between applicants and authorities</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Difficulty booking test slots</a:t>
            </a:r>
            <a:endParaRPr lang="en-US" sz="1200" dirty="0"/>
          </a:p>
        </p:txBody>
      </p:sp>
      <p:sp>
        <p:nvSpPr>
          <p:cNvPr id="12" name="Shape 10"/>
          <p:cNvSpPr/>
          <p:nvPr/>
        </p:nvSpPr>
        <p:spPr>
          <a:xfrm>
            <a:off x="4434840" y="2880360"/>
            <a:ext cx="457200" cy="0"/>
          </a:xfrm>
          <a:prstGeom prst="line">
            <a:avLst/>
          </a:prstGeom>
          <a:noFill/>
          <a:ln w="25400">
            <a:solidFill>
              <a:srgbClr val="FF6B00"/>
            </a:solidFill>
            <a:prstDash val="solid"/>
          </a:ln>
        </p:spPr>
      </p:sp>
      <p:sp>
        <p:nvSpPr>
          <p:cNvPr id="13" name="Text 11"/>
          <p:cNvSpPr/>
          <p:nvPr/>
        </p:nvSpPr>
        <p:spPr>
          <a:xfrm>
            <a:off x="4462272" y="2697480"/>
            <a:ext cx="365760" cy="365760"/>
          </a:xfrm>
          <a:prstGeom prst="rect">
            <a:avLst/>
          </a:prstGeom>
          <a:noFill/>
          <a:ln/>
        </p:spPr>
        <p:txBody>
          <a:bodyPr wrap="square" rtlCol="0" anchor="ctr"/>
          <a:lstStyle/>
          <a:p>
            <a:pPr algn="ctr" indent="0" marL="0">
              <a:buNone/>
            </a:pPr>
            <a:r>
              <a:rPr lang="en-US" sz="2200" dirty="0">
                <a:solidFill>
                  <a:srgbClr val="FF6B00"/>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4937760" y="1097280"/>
            <a:ext cx="4023360" cy="3566160"/>
          </a:xfrm>
          <a:prstGeom prst="rect">
            <a:avLst/>
          </a:prstGeom>
          <a:solidFill>
            <a:srgbClr val="0A1628"/>
          </a:solidFill>
          <a:ln w="12700">
            <a:solidFill>
              <a:srgbClr val="138808"/>
            </a:solidFill>
            <a:prstDash val="solid"/>
          </a:ln>
        </p:spPr>
      </p:sp>
      <p:sp>
        <p:nvSpPr>
          <p:cNvPr id="15" name="Text 13"/>
          <p:cNvSpPr/>
          <p:nvPr/>
        </p:nvSpPr>
        <p:spPr>
          <a:xfrm>
            <a:off x="5029200" y="1143000"/>
            <a:ext cx="3840480" cy="411480"/>
          </a:xfrm>
          <a:prstGeom prst="rect">
            <a:avLst/>
          </a:prstGeom>
          <a:noFill/>
          <a:ln/>
        </p:spPr>
        <p:txBody>
          <a:bodyPr wrap="square" rtlCol="0" anchor="ctr"/>
          <a:lstStyle/>
          <a:p>
            <a:pPr indent="0" marL="0">
              <a:buNone/>
            </a:pPr>
            <a:r>
              <a:rPr lang="en-US" sz="1400" b="1" dirty="0">
                <a:solidFill>
                  <a:srgbClr val="138808"/>
                </a:solidFill>
                <a:latin typeface="Calibri" pitchFamily="34" charset="0"/>
                <a:ea typeface="Calibri" pitchFamily="34" charset="-122"/>
                <a:cs typeface="Calibri" pitchFamily="34" charset="-120"/>
              </a:rPr>
              <a:t>✅  Our Solution</a:t>
            </a:r>
            <a:endParaRPr lang="en-US" sz="1400" dirty="0"/>
          </a:p>
        </p:txBody>
      </p:sp>
      <p:sp>
        <p:nvSpPr>
          <p:cNvPr id="16" name="Text 14"/>
          <p:cNvSpPr/>
          <p:nvPr/>
        </p:nvSpPr>
        <p:spPr>
          <a:xfrm>
            <a:off x="5029200" y="1600200"/>
            <a:ext cx="3840480" cy="2926080"/>
          </a:xfrm>
          <a:prstGeom prst="rect">
            <a:avLst/>
          </a:prstGeom>
          <a:noFill/>
          <a:ln/>
        </p:spPr>
        <p:txBody>
          <a:bodyPr wrap="square" rtlCol="0" anchor="t"/>
          <a:lstStyle/>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Single digital platform for all DL services</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Online application &amp; eligibility check</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Slot booking &amp; test scheduling</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Mock fee payment system</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Real-time status tracking &amp; notifications</a:t>
            </a:r>
            <a:endParaRPr lang="en-US" sz="1200" dirty="0"/>
          </a:p>
          <a:p>
            <a:pPr marL="342900" indent="-342900">
              <a:buSzPct val="100000"/>
              <a:buChar char="•"/>
            </a:pPr>
            <a:r>
              <a:rPr lang="en-US" sz="1200" dirty="0">
                <a:solidFill>
                  <a:srgbClr val="F4F7FC"/>
                </a:solidFill>
                <a:latin typeface="Calibri" pitchFamily="34" charset="0"/>
                <a:ea typeface="Calibri" pitchFamily="34" charset="-122"/>
                <a:cs typeface="Calibri" pitchFamily="34" charset="-120"/>
              </a:rPr>
              <a:t>Certificate PDF download</a:t>
            </a:r>
            <a:endParaRPr lang="en-US" sz="1200" dirty="0"/>
          </a:p>
        </p:txBody>
      </p:sp>
      <p:sp>
        <p:nvSpPr>
          <p:cNvPr id="17" name="Shape 15"/>
          <p:cNvSpPr/>
          <p:nvPr/>
        </p:nvSpPr>
        <p:spPr>
          <a:xfrm>
            <a:off x="228600" y="4754880"/>
            <a:ext cx="8732520" cy="274320"/>
          </a:xfrm>
          <a:prstGeom prst="rect">
            <a:avLst/>
          </a:prstGeom>
          <a:solidFill>
            <a:srgbClr val="0F2040"/>
          </a:solidFill>
          <a:ln w="12700">
            <a:solidFill>
              <a:srgbClr val="0F2040">
                <a:alpha val="0"/>
              </a:srgbClr>
            </a:solidFill>
            <a:prstDash val="solid"/>
          </a:ln>
        </p:spPr>
      </p:sp>
      <p:sp>
        <p:nvSpPr>
          <p:cNvPr id="18" name="Text 16"/>
          <p:cNvSpPr/>
          <p:nvPr/>
        </p:nvSpPr>
        <p:spPr>
          <a:xfrm>
            <a:off x="274320" y="4764024"/>
            <a:ext cx="8686800" cy="256032"/>
          </a:xfrm>
          <a:prstGeom prst="rect">
            <a:avLst/>
          </a:prstGeom>
          <a:noFill/>
          <a:ln/>
        </p:spPr>
        <p:txBody>
          <a:bodyPr wrap="square" rtlCol="0" anchor="ctr"/>
          <a:lstStyle/>
          <a:p>
            <a:pPr algn="ctr" indent="0" marL="0">
              <a:buNone/>
            </a:pPr>
            <a:r>
              <a:rPr lang="en-US" sz="950" dirty="0">
                <a:solidFill>
                  <a:srgbClr val="8A9BB8"/>
                </a:solidFill>
                <a:latin typeface="Calibri" pitchFamily="34" charset="0"/>
                <a:ea typeface="Calibri" pitchFamily="34" charset="-122"/>
                <a:cs typeface="Calibri" pitchFamily="34" charset="-120"/>
              </a:rPr>
              <a:t>Tech Stack:  React.js  ·  Node.js  ·  Express.js  ·  REST APIs  ·  MySQL  ·  Axios  ·  React Router  ·  Bootstrap / Tailwind CSS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1628"/>
          </a:solidFill>
          <a:ln w="12700">
            <a:solidFill>
              <a:srgbClr val="0A1628">
                <a:alpha val="0"/>
              </a:srgbClr>
            </a:solidFill>
            <a:prstDash val="solid"/>
          </a:ln>
        </p:spPr>
      </p:sp>
      <p:sp>
        <p:nvSpPr>
          <p:cNvPr id="3" name="Shape 1"/>
          <p:cNvSpPr/>
          <p:nvPr/>
        </p:nvSpPr>
        <p:spPr>
          <a:xfrm>
            <a:off x="109728" y="0"/>
            <a:ext cx="9034272" cy="960120"/>
          </a:xfrm>
          <a:prstGeom prst="rect">
            <a:avLst/>
          </a:prstGeom>
          <a:solidFill>
            <a:srgbClr val="0A1628"/>
          </a:solidFill>
          <a:ln w="12700">
            <a:solidFill>
              <a:srgbClr val="0A1628">
                <a:alpha val="0"/>
              </a:srgbClr>
            </a:solidFill>
            <a:prstDash val="solid"/>
          </a:ln>
        </p:spPr>
      </p:sp>
      <p:sp>
        <p:nvSpPr>
          <p:cNvPr id="4" name="Shape 2"/>
          <p:cNvSpPr/>
          <p:nvPr/>
        </p:nvSpPr>
        <p:spPr>
          <a:xfrm>
            <a:off x="109728" y="0"/>
            <a:ext cx="3008376" cy="50292"/>
          </a:xfrm>
          <a:prstGeom prst="rect">
            <a:avLst/>
          </a:prstGeom>
          <a:solidFill>
            <a:srgbClr val="FF6B00"/>
          </a:solidFill>
          <a:ln w="12700">
            <a:solidFill>
              <a:srgbClr val="FF6B00">
                <a:alpha val="0"/>
              </a:srgbClr>
            </a:solidFill>
            <a:prstDash val="solid"/>
          </a:ln>
        </p:spPr>
      </p:sp>
      <p:sp>
        <p:nvSpPr>
          <p:cNvPr id="5" name="Shape 3"/>
          <p:cNvSpPr/>
          <p:nvPr/>
        </p:nvSpPr>
        <p:spPr>
          <a:xfrm>
            <a:off x="3118104" y="0"/>
            <a:ext cx="3008376" cy="50292"/>
          </a:xfrm>
          <a:prstGeom prst="rect">
            <a:avLst/>
          </a:prstGeom>
          <a:solidFill>
            <a:srgbClr val="FFFFFF"/>
          </a:solidFill>
          <a:ln w="12700">
            <a:solidFill>
              <a:srgbClr val="FFFFFF">
                <a:alpha val="0"/>
              </a:srgbClr>
            </a:solidFill>
            <a:prstDash val="solid"/>
          </a:ln>
        </p:spPr>
      </p:sp>
      <p:sp>
        <p:nvSpPr>
          <p:cNvPr id="6" name="Shape 4"/>
          <p:cNvSpPr/>
          <p:nvPr/>
        </p:nvSpPr>
        <p:spPr>
          <a:xfrm>
            <a:off x="6135624" y="0"/>
            <a:ext cx="3008376" cy="50292"/>
          </a:xfrm>
          <a:prstGeom prst="rect">
            <a:avLst/>
          </a:prstGeom>
          <a:solidFill>
            <a:srgbClr val="138808"/>
          </a:solidFill>
          <a:ln w="12700">
            <a:solidFill>
              <a:srgbClr val="138808">
                <a:alpha val="0"/>
              </a:srgbClr>
            </a:solidFill>
            <a:prstDash val="solid"/>
          </a:ln>
        </p:spPr>
      </p:sp>
      <p:sp>
        <p:nvSpPr>
          <p:cNvPr id="7" name="Text 5"/>
          <p:cNvSpPr/>
          <p:nvPr/>
        </p:nvSpPr>
        <p:spPr>
          <a:xfrm>
            <a:off x="320040" y="73152"/>
            <a:ext cx="6858000" cy="7772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Abstract</a:t>
            </a:r>
            <a:endParaRPr lang="en-US" sz="3000" dirty="0"/>
          </a:p>
        </p:txBody>
      </p:sp>
      <p:sp>
        <p:nvSpPr>
          <p:cNvPr id="8" name="Text 6"/>
          <p:cNvSpPr/>
          <p:nvPr/>
        </p:nvSpPr>
        <p:spPr>
          <a:xfrm>
            <a:off x="7315200" y="228600"/>
            <a:ext cx="1645920" cy="457200"/>
          </a:xfrm>
          <a:prstGeom prst="rect">
            <a:avLst/>
          </a:prstGeom>
          <a:noFill/>
          <a:ln/>
        </p:spPr>
        <p:txBody>
          <a:bodyPr wrap="square" rtlCol="0" anchor="ctr"/>
          <a:lstStyle/>
          <a:p>
            <a:pPr algn="r" indent="0" marL="0">
              <a:buNone/>
            </a:pPr>
            <a:r>
              <a:rPr lang="en-US" sz="1000" dirty="0">
                <a:solidFill>
                  <a:srgbClr val="8A9BB8"/>
                </a:solidFill>
                <a:latin typeface="Calibri" pitchFamily="34" charset="0"/>
                <a:ea typeface="Calibri" pitchFamily="34" charset="-122"/>
                <a:cs typeface="Calibri" pitchFamily="34" charset="-120"/>
              </a:rPr>
              <a:t>Slide 3</a:t>
            </a:r>
            <a:endParaRPr lang="en-US" sz="1000" dirty="0"/>
          </a:p>
        </p:txBody>
      </p:sp>
      <p:sp>
        <p:nvSpPr>
          <p:cNvPr id="9" name="Shape 7"/>
          <p:cNvSpPr/>
          <p:nvPr/>
        </p:nvSpPr>
        <p:spPr>
          <a:xfrm>
            <a:off x="228600" y="1024128"/>
            <a:ext cx="5074920" cy="3931920"/>
          </a:xfrm>
          <a:prstGeom prst="rect">
            <a:avLst/>
          </a:prstGeom>
          <a:solidFill>
            <a:srgbClr val="0A1628"/>
          </a:solidFill>
          <a:ln w="12700">
            <a:solidFill>
              <a:srgbClr val="FF6B00"/>
            </a:solidFill>
            <a:prstDash val="solid"/>
          </a:ln>
        </p:spPr>
      </p:sp>
      <p:sp>
        <p:nvSpPr>
          <p:cNvPr id="10" name="Shape 8"/>
          <p:cNvSpPr/>
          <p:nvPr/>
        </p:nvSpPr>
        <p:spPr>
          <a:xfrm>
            <a:off x="292608" y="1078992"/>
            <a:ext cx="54864" cy="777240"/>
          </a:xfrm>
          <a:prstGeom prst="rect">
            <a:avLst/>
          </a:prstGeom>
          <a:solidFill>
            <a:srgbClr val="FF6B00"/>
          </a:solidFill>
          <a:ln w="12700">
            <a:solidFill>
              <a:srgbClr val="FF6B00">
                <a:alpha val="0"/>
              </a:srgbClr>
            </a:solidFill>
            <a:prstDash val="solid"/>
          </a:ln>
        </p:spPr>
      </p:sp>
      <p:sp>
        <p:nvSpPr>
          <p:cNvPr id="11" name="Text 9"/>
          <p:cNvSpPr/>
          <p:nvPr/>
        </p:nvSpPr>
        <p:spPr>
          <a:xfrm>
            <a:off x="457200" y="1097280"/>
            <a:ext cx="4754880" cy="914400"/>
          </a:xfrm>
          <a:prstGeom prst="rect">
            <a:avLst/>
          </a:prstGeom>
          <a:noFill/>
          <a:ln/>
        </p:spPr>
        <p:txBody>
          <a:bodyPr wrap="square" rtlCol="0" anchor="t"/>
          <a:lstStyle/>
          <a:p>
            <a:pPr indent="0" marL="0">
              <a:buNone/>
            </a:pPr>
            <a:r>
              <a:rPr lang="en-US" sz="1000" dirty="0">
                <a:solidFill>
                  <a:srgbClr val="F4F7FC"/>
                </a:solidFill>
                <a:latin typeface="Calibri" pitchFamily="34" charset="0"/>
                <a:ea typeface="Calibri" pitchFamily="34" charset="-122"/>
                <a:cs typeface="Calibri" pitchFamily="34" charset="-120"/>
              </a:rPr>
              <a:t>This project digitizes key transport services under the Meeseva (government) domain — applying for a learner's licence, scheduling driving tests, issuing original driving licences, and handling renewals. Current processes involve multiple manual steps, long queues, limited transparency, and delays between applicants and authorities.</a:t>
            </a:r>
            <a:endParaRPr lang="en-US" sz="1000" dirty="0"/>
          </a:p>
        </p:txBody>
      </p:sp>
      <p:sp>
        <p:nvSpPr>
          <p:cNvPr id="12" name="Shape 10"/>
          <p:cNvSpPr/>
          <p:nvPr/>
        </p:nvSpPr>
        <p:spPr>
          <a:xfrm>
            <a:off x="292608" y="2103120"/>
            <a:ext cx="54864" cy="777240"/>
          </a:xfrm>
          <a:prstGeom prst="rect">
            <a:avLst/>
          </a:prstGeom>
          <a:solidFill>
            <a:srgbClr val="FF8C38"/>
          </a:solidFill>
          <a:ln w="12700">
            <a:solidFill>
              <a:srgbClr val="FF8C38">
                <a:alpha val="0"/>
              </a:srgbClr>
            </a:solidFill>
            <a:prstDash val="solid"/>
          </a:ln>
        </p:spPr>
      </p:sp>
      <p:sp>
        <p:nvSpPr>
          <p:cNvPr id="13" name="Text 11"/>
          <p:cNvSpPr/>
          <p:nvPr/>
        </p:nvSpPr>
        <p:spPr>
          <a:xfrm>
            <a:off x="457200" y="2121408"/>
            <a:ext cx="4754880" cy="960120"/>
          </a:xfrm>
          <a:prstGeom prst="rect">
            <a:avLst/>
          </a:prstGeom>
          <a:noFill/>
          <a:ln/>
        </p:spPr>
        <p:txBody>
          <a:bodyPr wrap="square" rtlCol="0" anchor="t"/>
          <a:lstStyle/>
          <a:p>
            <a:pPr indent="0" marL="0">
              <a:buNone/>
            </a:pPr>
            <a:r>
              <a:rPr lang="en-US" sz="1000" dirty="0">
                <a:solidFill>
                  <a:srgbClr val="F4F7FC"/>
                </a:solidFill>
                <a:latin typeface="Calibri" pitchFamily="34" charset="0"/>
                <a:ea typeface="Calibri" pitchFamily="34" charset="-122"/>
                <a:cs typeface="Calibri" pitchFamily="34" charset="-120"/>
              </a:rPr>
              <a:t>The proposed solution is a beginner-friendly web application that streamlines the entire workflow into a single digital platform. Users can fill application forms, auto-check eligibility, schedule tests, and book available slots through an intuitive interface. A mock fee payment system, real-time status tracking, notifications, and certificate PDF download are included.</a:t>
            </a:r>
            <a:endParaRPr lang="en-US" sz="1000" dirty="0"/>
          </a:p>
        </p:txBody>
      </p:sp>
      <p:sp>
        <p:nvSpPr>
          <p:cNvPr id="14" name="Shape 12"/>
          <p:cNvSpPr/>
          <p:nvPr/>
        </p:nvSpPr>
        <p:spPr>
          <a:xfrm>
            <a:off x="292608" y="3182112"/>
            <a:ext cx="54864" cy="685800"/>
          </a:xfrm>
          <a:prstGeom prst="rect">
            <a:avLst/>
          </a:prstGeom>
          <a:solidFill>
            <a:srgbClr val="138808"/>
          </a:solidFill>
          <a:ln w="12700">
            <a:solidFill>
              <a:srgbClr val="138808">
                <a:alpha val="0"/>
              </a:srgbClr>
            </a:solidFill>
            <a:prstDash val="solid"/>
          </a:ln>
        </p:spPr>
      </p:sp>
      <p:sp>
        <p:nvSpPr>
          <p:cNvPr id="15" name="Text 13"/>
          <p:cNvSpPr/>
          <p:nvPr/>
        </p:nvSpPr>
        <p:spPr>
          <a:xfrm>
            <a:off x="457200" y="3200400"/>
            <a:ext cx="4754880" cy="1600200"/>
          </a:xfrm>
          <a:prstGeom prst="rect">
            <a:avLst/>
          </a:prstGeom>
          <a:noFill/>
          <a:ln/>
        </p:spPr>
        <p:txBody>
          <a:bodyPr wrap="square" rtlCol="0" anchor="t"/>
          <a:lstStyle/>
          <a:p>
            <a:pPr indent="0" marL="0">
              <a:buNone/>
            </a:pPr>
            <a:r>
              <a:rPr lang="en-US" sz="1000" dirty="0">
                <a:solidFill>
                  <a:srgbClr val="F4F7FC"/>
                </a:solidFill>
                <a:latin typeface="Calibri" pitchFamily="34" charset="0"/>
                <a:ea typeface="Calibri" pitchFamily="34" charset="-122"/>
                <a:cs typeface="Calibri" pitchFamily="34" charset="-120"/>
              </a:rPr>
              <a:t>On the backend, REST APIs built with Node.js and Express.js handle data processing and communication, while React.js ensures a responsive and dynamic frontend. Optional MySQL integration provides persistent storage. An admin panel manages applications and exports data for reporting. The system improves efficiency, reduces manual errors, and demonstrates how modern web technologies can simplify essential government services.</a:t>
            </a:r>
            <a:endParaRPr lang="en-US" sz="1000" dirty="0"/>
          </a:p>
        </p:txBody>
      </p:sp>
      <p:sp>
        <p:nvSpPr>
          <p:cNvPr id="16" name="Shape 14"/>
          <p:cNvSpPr/>
          <p:nvPr/>
        </p:nvSpPr>
        <p:spPr>
          <a:xfrm>
            <a:off x="5486400" y="1051560"/>
            <a:ext cx="1691640" cy="1207008"/>
          </a:xfrm>
          <a:prstGeom prst="rect">
            <a:avLst/>
          </a:prstGeom>
          <a:solidFill>
            <a:srgbClr val="0F2040"/>
          </a:solidFill>
          <a:ln w="12700">
            <a:solidFill>
              <a:srgbClr val="FF6B00"/>
            </a:solidFill>
            <a:prstDash val="solid"/>
          </a:ln>
        </p:spPr>
      </p:sp>
      <p:sp>
        <p:nvSpPr>
          <p:cNvPr id="17" name="Shape 15"/>
          <p:cNvSpPr/>
          <p:nvPr/>
        </p:nvSpPr>
        <p:spPr>
          <a:xfrm>
            <a:off x="6035040" y="1143000"/>
            <a:ext cx="594360" cy="594360"/>
          </a:xfrm>
          <a:prstGeom prst="ellipse">
            <a:avLst/>
          </a:prstGeom>
          <a:solidFill>
            <a:srgbClr val="FF6B00">
              <a:alpha val="25000"/>
            </a:srgbClr>
          </a:solidFill>
          <a:ln w="12700">
            <a:solidFill>
              <a:srgbClr val="FF6B00">
                <a:alpha val="0"/>
              </a:srgbClr>
            </a:solidFill>
            <a:prstDash val="solid"/>
          </a:ln>
        </p:spPr>
      </p:sp>
      <p:sp>
        <p:nvSpPr>
          <p:cNvPr id="18" name="Text 16"/>
          <p:cNvSpPr/>
          <p:nvPr/>
        </p:nvSpPr>
        <p:spPr>
          <a:xfrm>
            <a:off x="6035040" y="1143000"/>
            <a:ext cx="594360" cy="5943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9" name="Text 17"/>
          <p:cNvSpPr/>
          <p:nvPr/>
        </p:nvSpPr>
        <p:spPr>
          <a:xfrm>
            <a:off x="5559552" y="1801368"/>
            <a:ext cx="155448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Learner's Licence</a:t>
            </a:r>
            <a:endParaRPr lang="en-US" sz="900" dirty="0"/>
          </a:p>
        </p:txBody>
      </p:sp>
      <p:sp>
        <p:nvSpPr>
          <p:cNvPr id="20" name="Shape 18"/>
          <p:cNvSpPr/>
          <p:nvPr/>
        </p:nvSpPr>
        <p:spPr>
          <a:xfrm>
            <a:off x="7269480" y="1051560"/>
            <a:ext cx="1691640" cy="1207008"/>
          </a:xfrm>
          <a:prstGeom prst="rect">
            <a:avLst/>
          </a:prstGeom>
          <a:solidFill>
            <a:srgbClr val="0F2040"/>
          </a:solidFill>
          <a:ln w="12700">
            <a:solidFill>
              <a:srgbClr val="FF8C38"/>
            </a:solidFill>
            <a:prstDash val="solid"/>
          </a:ln>
        </p:spPr>
      </p:sp>
      <p:sp>
        <p:nvSpPr>
          <p:cNvPr id="21" name="Shape 19"/>
          <p:cNvSpPr/>
          <p:nvPr/>
        </p:nvSpPr>
        <p:spPr>
          <a:xfrm>
            <a:off x="7818120" y="1143000"/>
            <a:ext cx="594360" cy="594360"/>
          </a:xfrm>
          <a:prstGeom prst="ellipse">
            <a:avLst/>
          </a:prstGeom>
          <a:solidFill>
            <a:srgbClr val="FF8C38">
              <a:alpha val="25000"/>
            </a:srgbClr>
          </a:solidFill>
          <a:ln w="12700">
            <a:solidFill>
              <a:srgbClr val="FF8C38">
                <a:alpha val="0"/>
              </a:srgbClr>
            </a:solidFill>
            <a:prstDash val="solid"/>
          </a:ln>
        </p:spPr>
      </p:sp>
      <p:sp>
        <p:nvSpPr>
          <p:cNvPr id="22" name="Text 20"/>
          <p:cNvSpPr/>
          <p:nvPr/>
        </p:nvSpPr>
        <p:spPr>
          <a:xfrm>
            <a:off x="7818120" y="1143000"/>
            <a:ext cx="594360" cy="5943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3" name="Text 21"/>
          <p:cNvSpPr/>
          <p:nvPr/>
        </p:nvSpPr>
        <p:spPr>
          <a:xfrm>
            <a:off x="7342632" y="1801368"/>
            <a:ext cx="155448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Driving Test Scheduling</a:t>
            </a:r>
            <a:endParaRPr lang="en-US" sz="900" dirty="0"/>
          </a:p>
        </p:txBody>
      </p:sp>
      <p:sp>
        <p:nvSpPr>
          <p:cNvPr id="24" name="Shape 22"/>
          <p:cNvSpPr/>
          <p:nvPr/>
        </p:nvSpPr>
        <p:spPr>
          <a:xfrm>
            <a:off x="5486400" y="2359152"/>
            <a:ext cx="1691640" cy="1207008"/>
          </a:xfrm>
          <a:prstGeom prst="rect">
            <a:avLst/>
          </a:prstGeom>
          <a:solidFill>
            <a:srgbClr val="0F2040"/>
          </a:solidFill>
          <a:ln w="12700">
            <a:solidFill>
              <a:srgbClr val="138808"/>
            </a:solidFill>
            <a:prstDash val="solid"/>
          </a:ln>
        </p:spPr>
      </p:sp>
      <p:sp>
        <p:nvSpPr>
          <p:cNvPr id="25" name="Shape 23"/>
          <p:cNvSpPr/>
          <p:nvPr/>
        </p:nvSpPr>
        <p:spPr>
          <a:xfrm>
            <a:off x="6035040" y="2450592"/>
            <a:ext cx="594360" cy="594360"/>
          </a:xfrm>
          <a:prstGeom prst="ellipse">
            <a:avLst/>
          </a:prstGeom>
          <a:solidFill>
            <a:srgbClr val="138808">
              <a:alpha val="25000"/>
            </a:srgbClr>
          </a:solidFill>
          <a:ln w="12700">
            <a:solidFill>
              <a:srgbClr val="138808">
                <a:alpha val="0"/>
              </a:srgbClr>
            </a:solidFill>
            <a:prstDash val="solid"/>
          </a:ln>
        </p:spPr>
      </p:sp>
      <p:sp>
        <p:nvSpPr>
          <p:cNvPr id="26" name="Text 24"/>
          <p:cNvSpPr/>
          <p:nvPr/>
        </p:nvSpPr>
        <p:spPr>
          <a:xfrm>
            <a:off x="6035040" y="2450592"/>
            <a:ext cx="594360" cy="5943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7" name="Text 25"/>
          <p:cNvSpPr/>
          <p:nvPr/>
        </p:nvSpPr>
        <p:spPr>
          <a:xfrm>
            <a:off x="5559552" y="3108960"/>
            <a:ext cx="155448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DL Issuance &amp; Renewal</a:t>
            </a:r>
            <a:endParaRPr lang="en-US" sz="900" dirty="0"/>
          </a:p>
        </p:txBody>
      </p:sp>
      <p:sp>
        <p:nvSpPr>
          <p:cNvPr id="28" name="Shape 26"/>
          <p:cNvSpPr/>
          <p:nvPr/>
        </p:nvSpPr>
        <p:spPr>
          <a:xfrm>
            <a:off x="7269480" y="2359152"/>
            <a:ext cx="1691640" cy="1207008"/>
          </a:xfrm>
          <a:prstGeom prst="rect">
            <a:avLst/>
          </a:prstGeom>
          <a:solidFill>
            <a:srgbClr val="0F2040"/>
          </a:solidFill>
          <a:ln w="12700">
            <a:solidFill>
              <a:srgbClr val="4E9AF1"/>
            </a:solidFill>
            <a:prstDash val="solid"/>
          </a:ln>
        </p:spPr>
      </p:sp>
      <p:sp>
        <p:nvSpPr>
          <p:cNvPr id="29" name="Shape 27"/>
          <p:cNvSpPr/>
          <p:nvPr/>
        </p:nvSpPr>
        <p:spPr>
          <a:xfrm>
            <a:off x="7818120" y="2450592"/>
            <a:ext cx="594360" cy="594360"/>
          </a:xfrm>
          <a:prstGeom prst="ellipse">
            <a:avLst/>
          </a:prstGeom>
          <a:solidFill>
            <a:srgbClr val="4E9AF1">
              <a:alpha val="25000"/>
            </a:srgbClr>
          </a:solidFill>
          <a:ln w="12700">
            <a:solidFill>
              <a:srgbClr val="4E9AF1">
                <a:alpha val="0"/>
              </a:srgbClr>
            </a:solidFill>
            <a:prstDash val="solid"/>
          </a:ln>
        </p:spPr>
      </p:sp>
      <p:sp>
        <p:nvSpPr>
          <p:cNvPr id="30" name="Text 28"/>
          <p:cNvSpPr/>
          <p:nvPr/>
        </p:nvSpPr>
        <p:spPr>
          <a:xfrm>
            <a:off x="7818120" y="2450592"/>
            <a:ext cx="594360" cy="5943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31" name="Text 29"/>
          <p:cNvSpPr/>
          <p:nvPr/>
        </p:nvSpPr>
        <p:spPr>
          <a:xfrm>
            <a:off x="7342632" y="3108960"/>
            <a:ext cx="155448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Mock Fee Payment</a:t>
            </a:r>
            <a:endParaRPr lang="en-US" sz="900" dirty="0"/>
          </a:p>
        </p:txBody>
      </p:sp>
      <p:sp>
        <p:nvSpPr>
          <p:cNvPr id="32" name="Shape 30"/>
          <p:cNvSpPr/>
          <p:nvPr/>
        </p:nvSpPr>
        <p:spPr>
          <a:xfrm>
            <a:off x="5486400" y="3666744"/>
            <a:ext cx="1691640" cy="1207008"/>
          </a:xfrm>
          <a:prstGeom prst="rect">
            <a:avLst/>
          </a:prstGeom>
          <a:solidFill>
            <a:srgbClr val="0F2040"/>
          </a:solidFill>
          <a:ln w="12700">
            <a:solidFill>
              <a:srgbClr val="FF6B00"/>
            </a:solidFill>
            <a:prstDash val="solid"/>
          </a:ln>
        </p:spPr>
      </p:sp>
      <p:sp>
        <p:nvSpPr>
          <p:cNvPr id="33" name="Shape 31"/>
          <p:cNvSpPr/>
          <p:nvPr/>
        </p:nvSpPr>
        <p:spPr>
          <a:xfrm>
            <a:off x="6035040" y="3758184"/>
            <a:ext cx="594360" cy="594360"/>
          </a:xfrm>
          <a:prstGeom prst="ellipse">
            <a:avLst/>
          </a:prstGeom>
          <a:solidFill>
            <a:srgbClr val="FF6B00">
              <a:alpha val="25000"/>
            </a:srgbClr>
          </a:solidFill>
          <a:ln w="12700">
            <a:solidFill>
              <a:srgbClr val="FF6B00">
                <a:alpha val="0"/>
              </a:srgbClr>
            </a:solidFill>
            <a:prstDash val="solid"/>
          </a:ln>
        </p:spPr>
      </p:sp>
      <p:sp>
        <p:nvSpPr>
          <p:cNvPr id="34" name="Text 32"/>
          <p:cNvSpPr/>
          <p:nvPr/>
        </p:nvSpPr>
        <p:spPr>
          <a:xfrm>
            <a:off x="6035040" y="3758184"/>
            <a:ext cx="594360" cy="5943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35" name="Text 33"/>
          <p:cNvSpPr/>
          <p:nvPr/>
        </p:nvSpPr>
        <p:spPr>
          <a:xfrm>
            <a:off x="5559552" y="4416552"/>
            <a:ext cx="155448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Real-time Status Tracking</a:t>
            </a:r>
            <a:endParaRPr lang="en-US" sz="900" dirty="0"/>
          </a:p>
        </p:txBody>
      </p:sp>
      <p:sp>
        <p:nvSpPr>
          <p:cNvPr id="36" name="Shape 34"/>
          <p:cNvSpPr/>
          <p:nvPr/>
        </p:nvSpPr>
        <p:spPr>
          <a:xfrm>
            <a:off x="7269480" y="3666744"/>
            <a:ext cx="1691640" cy="1207008"/>
          </a:xfrm>
          <a:prstGeom prst="rect">
            <a:avLst/>
          </a:prstGeom>
          <a:solidFill>
            <a:srgbClr val="0F2040"/>
          </a:solidFill>
          <a:ln w="12700">
            <a:solidFill>
              <a:srgbClr val="138808"/>
            </a:solidFill>
            <a:prstDash val="solid"/>
          </a:ln>
        </p:spPr>
      </p:sp>
      <p:sp>
        <p:nvSpPr>
          <p:cNvPr id="37" name="Shape 35"/>
          <p:cNvSpPr/>
          <p:nvPr/>
        </p:nvSpPr>
        <p:spPr>
          <a:xfrm>
            <a:off x="7818120" y="3758184"/>
            <a:ext cx="594360" cy="594360"/>
          </a:xfrm>
          <a:prstGeom prst="ellipse">
            <a:avLst/>
          </a:prstGeom>
          <a:solidFill>
            <a:srgbClr val="138808">
              <a:alpha val="25000"/>
            </a:srgbClr>
          </a:solidFill>
          <a:ln w="12700">
            <a:solidFill>
              <a:srgbClr val="138808">
                <a:alpha val="0"/>
              </a:srgbClr>
            </a:solidFill>
            <a:prstDash val="solid"/>
          </a:ln>
        </p:spPr>
      </p:sp>
      <p:sp>
        <p:nvSpPr>
          <p:cNvPr id="38" name="Text 36"/>
          <p:cNvSpPr/>
          <p:nvPr/>
        </p:nvSpPr>
        <p:spPr>
          <a:xfrm>
            <a:off x="7818120" y="3758184"/>
            <a:ext cx="594360" cy="5943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39" name="Text 37"/>
          <p:cNvSpPr/>
          <p:nvPr/>
        </p:nvSpPr>
        <p:spPr>
          <a:xfrm>
            <a:off x="7342632" y="4416552"/>
            <a:ext cx="1554480" cy="38404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Certificate PDF Download</a:t>
            </a:r>
            <a:endParaRPr lang="en-US" sz="900" dirty="0"/>
          </a:p>
        </p:txBody>
      </p:sp>
      <p:sp>
        <p:nvSpPr>
          <p:cNvPr id="40" name="Shape 38"/>
          <p:cNvSpPr/>
          <p:nvPr/>
        </p:nvSpPr>
        <p:spPr>
          <a:xfrm>
            <a:off x="228600" y="4754880"/>
            <a:ext cx="8732520" cy="274320"/>
          </a:xfrm>
          <a:prstGeom prst="rect">
            <a:avLst/>
          </a:prstGeom>
          <a:solidFill>
            <a:srgbClr val="0F2040"/>
          </a:solidFill>
          <a:ln w="12700">
            <a:solidFill>
              <a:srgbClr val="0F2040">
                <a:alpha val="0"/>
              </a:srgbClr>
            </a:solidFill>
            <a:prstDash val="solid"/>
          </a:ln>
        </p:spPr>
      </p:sp>
      <p:sp>
        <p:nvSpPr>
          <p:cNvPr id="41" name="Text 39"/>
          <p:cNvSpPr/>
          <p:nvPr/>
        </p:nvSpPr>
        <p:spPr>
          <a:xfrm>
            <a:off x="274320" y="4764024"/>
            <a:ext cx="8686800" cy="256032"/>
          </a:xfrm>
          <a:prstGeom prst="rect">
            <a:avLst/>
          </a:prstGeom>
          <a:noFill/>
          <a:ln/>
        </p:spPr>
        <p:txBody>
          <a:bodyPr wrap="square" rtlCol="0" anchor="ctr"/>
          <a:lstStyle/>
          <a:p>
            <a:pPr algn="ctr" indent="0" marL="0">
              <a:buNone/>
            </a:pPr>
            <a:r>
              <a:rPr lang="en-US" sz="950" dirty="0">
                <a:solidFill>
                  <a:srgbClr val="8A9BB8"/>
                </a:solidFill>
                <a:latin typeface="Calibri" pitchFamily="34" charset="0"/>
                <a:ea typeface="Calibri" pitchFamily="34" charset="-122"/>
                <a:cs typeface="Calibri" pitchFamily="34" charset="-120"/>
              </a:rPr>
              <a:t>Guide: Shiva Krishna  |  Course: 25CS1201E — Front End Development Frameworks &amp; UI Engineering  |  2025-26 Term-III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1628"/>
          </a:solidFill>
          <a:ln w="12700">
            <a:solidFill>
              <a:srgbClr val="0A1628">
                <a:alpha val="0"/>
              </a:srgbClr>
            </a:solidFill>
            <a:prstDash val="solid"/>
          </a:ln>
        </p:spPr>
      </p:sp>
      <p:sp>
        <p:nvSpPr>
          <p:cNvPr id="3" name="Shape 1"/>
          <p:cNvSpPr/>
          <p:nvPr/>
        </p:nvSpPr>
        <p:spPr>
          <a:xfrm>
            <a:off x="109728" y="0"/>
            <a:ext cx="9034272" cy="960120"/>
          </a:xfrm>
          <a:prstGeom prst="rect">
            <a:avLst/>
          </a:prstGeom>
          <a:solidFill>
            <a:srgbClr val="0A1628"/>
          </a:solidFill>
          <a:ln w="12700">
            <a:solidFill>
              <a:srgbClr val="0A1628">
                <a:alpha val="0"/>
              </a:srgbClr>
            </a:solidFill>
            <a:prstDash val="solid"/>
          </a:ln>
        </p:spPr>
      </p:sp>
      <p:sp>
        <p:nvSpPr>
          <p:cNvPr id="4" name="Shape 2"/>
          <p:cNvSpPr/>
          <p:nvPr/>
        </p:nvSpPr>
        <p:spPr>
          <a:xfrm>
            <a:off x="109728" y="0"/>
            <a:ext cx="3008376" cy="50292"/>
          </a:xfrm>
          <a:prstGeom prst="rect">
            <a:avLst/>
          </a:prstGeom>
          <a:solidFill>
            <a:srgbClr val="FF6B00"/>
          </a:solidFill>
          <a:ln w="12700">
            <a:solidFill>
              <a:srgbClr val="FF6B00">
                <a:alpha val="0"/>
              </a:srgbClr>
            </a:solidFill>
            <a:prstDash val="solid"/>
          </a:ln>
        </p:spPr>
      </p:sp>
      <p:sp>
        <p:nvSpPr>
          <p:cNvPr id="5" name="Shape 3"/>
          <p:cNvSpPr/>
          <p:nvPr/>
        </p:nvSpPr>
        <p:spPr>
          <a:xfrm>
            <a:off x="3118104" y="0"/>
            <a:ext cx="3008376" cy="50292"/>
          </a:xfrm>
          <a:prstGeom prst="rect">
            <a:avLst/>
          </a:prstGeom>
          <a:solidFill>
            <a:srgbClr val="FFFFFF"/>
          </a:solidFill>
          <a:ln w="12700">
            <a:solidFill>
              <a:srgbClr val="FFFFFF">
                <a:alpha val="0"/>
              </a:srgbClr>
            </a:solidFill>
            <a:prstDash val="solid"/>
          </a:ln>
        </p:spPr>
      </p:sp>
      <p:sp>
        <p:nvSpPr>
          <p:cNvPr id="6" name="Shape 4"/>
          <p:cNvSpPr/>
          <p:nvPr/>
        </p:nvSpPr>
        <p:spPr>
          <a:xfrm>
            <a:off x="6135624" y="0"/>
            <a:ext cx="3008376" cy="50292"/>
          </a:xfrm>
          <a:prstGeom prst="rect">
            <a:avLst/>
          </a:prstGeom>
          <a:solidFill>
            <a:srgbClr val="138808"/>
          </a:solidFill>
          <a:ln w="12700">
            <a:solidFill>
              <a:srgbClr val="138808">
                <a:alpha val="0"/>
              </a:srgbClr>
            </a:solidFill>
            <a:prstDash val="solid"/>
          </a:ln>
        </p:spPr>
      </p:sp>
      <p:sp>
        <p:nvSpPr>
          <p:cNvPr id="7" name="Text 5"/>
          <p:cNvSpPr/>
          <p:nvPr/>
        </p:nvSpPr>
        <p:spPr>
          <a:xfrm>
            <a:off x="320040" y="73152"/>
            <a:ext cx="6858000" cy="7772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Course Outcomes (COs) Included</a:t>
            </a:r>
            <a:endParaRPr lang="en-US" sz="3000" dirty="0"/>
          </a:p>
        </p:txBody>
      </p:sp>
      <p:sp>
        <p:nvSpPr>
          <p:cNvPr id="8" name="Text 6"/>
          <p:cNvSpPr/>
          <p:nvPr/>
        </p:nvSpPr>
        <p:spPr>
          <a:xfrm>
            <a:off x="7315200" y="228600"/>
            <a:ext cx="1645920" cy="457200"/>
          </a:xfrm>
          <a:prstGeom prst="rect">
            <a:avLst/>
          </a:prstGeom>
          <a:noFill/>
          <a:ln/>
        </p:spPr>
        <p:txBody>
          <a:bodyPr wrap="square" rtlCol="0" anchor="ctr"/>
          <a:lstStyle/>
          <a:p>
            <a:pPr algn="r" indent="0" marL="0">
              <a:buNone/>
            </a:pPr>
            <a:r>
              <a:rPr lang="en-US" sz="1000" dirty="0">
                <a:solidFill>
                  <a:srgbClr val="8A9BB8"/>
                </a:solidFill>
                <a:latin typeface="Calibri" pitchFamily="34" charset="0"/>
                <a:ea typeface="Calibri" pitchFamily="34" charset="-122"/>
                <a:cs typeface="Calibri" pitchFamily="34" charset="-120"/>
              </a:rPr>
              <a:t>Slide 4</a:t>
            </a:r>
            <a:endParaRPr lang="en-US" sz="1000" dirty="0"/>
          </a:p>
        </p:txBody>
      </p:sp>
      <p:sp>
        <p:nvSpPr>
          <p:cNvPr id="9" name="Shape 7"/>
          <p:cNvSpPr/>
          <p:nvPr/>
        </p:nvSpPr>
        <p:spPr>
          <a:xfrm>
            <a:off x="164592" y="1005840"/>
            <a:ext cx="4315968" cy="1261872"/>
          </a:xfrm>
          <a:prstGeom prst="rect">
            <a:avLst/>
          </a:prstGeom>
          <a:solidFill>
            <a:srgbClr val="0F2040"/>
          </a:solidFill>
          <a:ln w="15240">
            <a:solidFill>
              <a:srgbClr val="FF6B00"/>
            </a:solidFill>
            <a:prstDash val="solid"/>
          </a:ln>
        </p:spPr>
      </p:sp>
      <p:sp>
        <p:nvSpPr>
          <p:cNvPr id="10" name="Shape 8"/>
          <p:cNvSpPr/>
          <p:nvPr/>
        </p:nvSpPr>
        <p:spPr>
          <a:xfrm>
            <a:off x="164592" y="1005840"/>
            <a:ext cx="566928" cy="1261872"/>
          </a:xfrm>
          <a:prstGeom prst="rect">
            <a:avLst/>
          </a:prstGeom>
          <a:solidFill>
            <a:srgbClr val="FF6B00"/>
          </a:solidFill>
          <a:ln w="12700">
            <a:solidFill>
              <a:srgbClr val="FF6B00">
                <a:alpha val="0"/>
              </a:srgbClr>
            </a:solidFill>
            <a:prstDash val="solid"/>
          </a:ln>
        </p:spPr>
      </p:sp>
      <p:sp>
        <p:nvSpPr>
          <p:cNvPr id="11" name="Text 9"/>
          <p:cNvSpPr/>
          <p:nvPr/>
        </p:nvSpPr>
        <p:spPr>
          <a:xfrm>
            <a:off x="164592" y="1005840"/>
            <a:ext cx="566928" cy="12618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CO1</a:t>
            </a:r>
            <a:endParaRPr lang="en-US" sz="1100" dirty="0"/>
          </a:p>
        </p:txBody>
      </p:sp>
      <p:sp>
        <p:nvSpPr>
          <p:cNvPr id="12" name="Text 10"/>
          <p:cNvSpPr/>
          <p:nvPr/>
        </p:nvSpPr>
        <p:spPr>
          <a:xfrm>
            <a:off x="804672" y="1060704"/>
            <a:ext cx="3602736"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Foundations &amp; Framework Design</a:t>
            </a:r>
            <a:endParaRPr lang="en-US" sz="1050" dirty="0"/>
          </a:p>
        </p:txBody>
      </p:sp>
      <p:sp>
        <p:nvSpPr>
          <p:cNvPr id="13" name="Text 11"/>
          <p:cNvSpPr/>
          <p:nvPr/>
        </p:nvSpPr>
        <p:spPr>
          <a:xfrm>
            <a:off x="804672" y="1335024"/>
            <a:ext cx="3602736" cy="896112"/>
          </a:xfrm>
          <a:prstGeom prst="rect">
            <a:avLst/>
          </a:prstGeom>
          <a:noFill/>
          <a:ln/>
        </p:spPr>
        <p:txBody>
          <a:bodyPr wrap="square" rtlCol="0" anchor="t"/>
          <a:lstStyle/>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Component-like HTML blocks for each module (Dashboard, Eligibility, Application, etc.)</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CSS custom properties (:root variables) mirror design-token philosophy of modern frameworks</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Sidebar navigation &amp; stat cards reflect component thinking (ProductList / ProductCard equivalent)</a:t>
            </a:r>
            <a:endParaRPr lang="en-US" sz="800" dirty="0"/>
          </a:p>
        </p:txBody>
      </p:sp>
      <p:sp>
        <p:nvSpPr>
          <p:cNvPr id="14" name="Shape 12"/>
          <p:cNvSpPr/>
          <p:nvPr/>
        </p:nvSpPr>
        <p:spPr>
          <a:xfrm>
            <a:off x="4663440" y="1005840"/>
            <a:ext cx="4315968" cy="1261872"/>
          </a:xfrm>
          <a:prstGeom prst="rect">
            <a:avLst/>
          </a:prstGeom>
          <a:solidFill>
            <a:srgbClr val="0F2040"/>
          </a:solidFill>
          <a:ln w="15240">
            <a:solidFill>
              <a:srgbClr val="4E9AF1"/>
            </a:solidFill>
            <a:prstDash val="solid"/>
          </a:ln>
        </p:spPr>
      </p:sp>
      <p:sp>
        <p:nvSpPr>
          <p:cNvPr id="15" name="Shape 13"/>
          <p:cNvSpPr/>
          <p:nvPr/>
        </p:nvSpPr>
        <p:spPr>
          <a:xfrm>
            <a:off x="4663440" y="1005840"/>
            <a:ext cx="566928" cy="1261872"/>
          </a:xfrm>
          <a:prstGeom prst="rect">
            <a:avLst/>
          </a:prstGeom>
          <a:solidFill>
            <a:srgbClr val="4E9AF1"/>
          </a:solidFill>
          <a:ln w="12700">
            <a:solidFill>
              <a:srgbClr val="4E9AF1">
                <a:alpha val="0"/>
              </a:srgbClr>
            </a:solidFill>
            <a:prstDash val="solid"/>
          </a:ln>
        </p:spPr>
      </p:sp>
      <p:sp>
        <p:nvSpPr>
          <p:cNvPr id="16" name="Text 14"/>
          <p:cNvSpPr/>
          <p:nvPr/>
        </p:nvSpPr>
        <p:spPr>
          <a:xfrm>
            <a:off x="4663440" y="1005840"/>
            <a:ext cx="566928" cy="12618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CO2</a:t>
            </a:r>
            <a:endParaRPr lang="en-US" sz="1100" dirty="0"/>
          </a:p>
        </p:txBody>
      </p:sp>
      <p:sp>
        <p:nvSpPr>
          <p:cNvPr id="17" name="Text 15"/>
          <p:cNvSpPr/>
          <p:nvPr/>
        </p:nvSpPr>
        <p:spPr>
          <a:xfrm>
            <a:off x="5303520" y="1060704"/>
            <a:ext cx="3602736"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JS/TS Engineering</a:t>
            </a:r>
            <a:endParaRPr lang="en-US" sz="1050" dirty="0"/>
          </a:p>
        </p:txBody>
      </p:sp>
      <p:sp>
        <p:nvSpPr>
          <p:cNvPr id="18" name="Text 16"/>
          <p:cNvSpPr/>
          <p:nvPr/>
        </p:nvSpPr>
        <p:spPr>
          <a:xfrm>
            <a:off x="5303520" y="1335024"/>
            <a:ext cx="3602736" cy="896112"/>
          </a:xfrm>
          <a:prstGeom prst="rect">
            <a:avLst/>
          </a:prstGeom>
          <a:noFill/>
          <a:ln/>
        </p:spPr>
        <p:txBody>
          <a:bodyPr wrap="square" rtlCol="0" anchor="t"/>
          <a:lstStyle/>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Pure utility functions: runEligibility(), processPayment(), exportExcel(), initAdminTable()</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ADMIN_DATA array acts as a typed data model (equivalent to interface Product)</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Immutable .map() and .join() transformations for CSV export — pure-function principles</a:t>
            </a:r>
            <a:endParaRPr lang="en-US" sz="800" dirty="0"/>
          </a:p>
        </p:txBody>
      </p:sp>
      <p:sp>
        <p:nvSpPr>
          <p:cNvPr id="19" name="Shape 17"/>
          <p:cNvSpPr/>
          <p:nvPr/>
        </p:nvSpPr>
        <p:spPr>
          <a:xfrm>
            <a:off x="164592" y="2350008"/>
            <a:ext cx="4315968" cy="1261872"/>
          </a:xfrm>
          <a:prstGeom prst="rect">
            <a:avLst/>
          </a:prstGeom>
          <a:solidFill>
            <a:srgbClr val="0F2040"/>
          </a:solidFill>
          <a:ln w="15240">
            <a:solidFill>
              <a:srgbClr val="FF8C38"/>
            </a:solidFill>
            <a:prstDash val="solid"/>
          </a:ln>
        </p:spPr>
      </p:sp>
      <p:sp>
        <p:nvSpPr>
          <p:cNvPr id="20" name="Shape 18"/>
          <p:cNvSpPr/>
          <p:nvPr/>
        </p:nvSpPr>
        <p:spPr>
          <a:xfrm>
            <a:off x="164592" y="2350008"/>
            <a:ext cx="566928" cy="1261872"/>
          </a:xfrm>
          <a:prstGeom prst="rect">
            <a:avLst/>
          </a:prstGeom>
          <a:solidFill>
            <a:srgbClr val="FF8C38"/>
          </a:solidFill>
          <a:ln w="12700">
            <a:solidFill>
              <a:srgbClr val="FF8C38">
                <a:alpha val="0"/>
              </a:srgbClr>
            </a:solidFill>
            <a:prstDash val="solid"/>
          </a:ln>
        </p:spPr>
      </p:sp>
      <p:sp>
        <p:nvSpPr>
          <p:cNvPr id="21" name="Text 19"/>
          <p:cNvSpPr/>
          <p:nvPr/>
        </p:nvSpPr>
        <p:spPr>
          <a:xfrm>
            <a:off x="164592" y="2350008"/>
            <a:ext cx="566928" cy="12618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CO3</a:t>
            </a:r>
            <a:endParaRPr lang="en-US" sz="1100" dirty="0"/>
          </a:p>
        </p:txBody>
      </p:sp>
      <p:sp>
        <p:nvSpPr>
          <p:cNvPr id="22" name="Text 20"/>
          <p:cNvSpPr/>
          <p:nvPr/>
        </p:nvSpPr>
        <p:spPr>
          <a:xfrm>
            <a:off x="804672" y="2404872"/>
            <a:ext cx="3602736"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React Component Model</a:t>
            </a:r>
            <a:endParaRPr lang="en-US" sz="1050" dirty="0"/>
          </a:p>
        </p:txBody>
      </p:sp>
      <p:sp>
        <p:nvSpPr>
          <p:cNvPr id="23" name="Text 21"/>
          <p:cNvSpPr/>
          <p:nvPr/>
        </p:nvSpPr>
        <p:spPr>
          <a:xfrm>
            <a:off x="804672" y="2679192"/>
            <a:ext cx="3602736" cy="896112"/>
          </a:xfrm>
          <a:prstGeom prst="rect">
            <a:avLst/>
          </a:prstGeom>
          <a:noFill/>
          <a:ln/>
        </p:spPr>
        <p:txBody>
          <a:bodyPr wrap="square" rtlCol="0" anchor="t"/>
          <a:lstStyle/>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Reusable UI patterns: .btn, .card, .badge, .stat-card, .form-group — composable building blocks</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CSS Grid &amp; Flexbox for responsive layouts (grid-template-columns: repeat(4,1fr))</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@keyframes animations and CSS utility-class styling equivalent to Tailwind / Bootstrap</a:t>
            </a:r>
            <a:endParaRPr lang="en-US" sz="800" dirty="0"/>
          </a:p>
        </p:txBody>
      </p:sp>
      <p:sp>
        <p:nvSpPr>
          <p:cNvPr id="24" name="Shape 22"/>
          <p:cNvSpPr/>
          <p:nvPr/>
        </p:nvSpPr>
        <p:spPr>
          <a:xfrm>
            <a:off x="4663440" y="2350008"/>
            <a:ext cx="4315968" cy="1261872"/>
          </a:xfrm>
          <a:prstGeom prst="rect">
            <a:avLst/>
          </a:prstGeom>
          <a:solidFill>
            <a:srgbClr val="0F2040"/>
          </a:solidFill>
          <a:ln w="15240">
            <a:solidFill>
              <a:srgbClr val="138808"/>
            </a:solidFill>
            <a:prstDash val="solid"/>
          </a:ln>
        </p:spPr>
      </p:sp>
      <p:sp>
        <p:nvSpPr>
          <p:cNvPr id="25" name="Shape 23"/>
          <p:cNvSpPr/>
          <p:nvPr/>
        </p:nvSpPr>
        <p:spPr>
          <a:xfrm>
            <a:off x="4663440" y="2350008"/>
            <a:ext cx="566928" cy="1261872"/>
          </a:xfrm>
          <a:prstGeom prst="rect">
            <a:avLst/>
          </a:prstGeom>
          <a:solidFill>
            <a:srgbClr val="138808"/>
          </a:solidFill>
          <a:ln w="12700">
            <a:solidFill>
              <a:srgbClr val="138808">
                <a:alpha val="0"/>
              </a:srgbClr>
            </a:solidFill>
            <a:prstDash val="solid"/>
          </a:ln>
        </p:spPr>
      </p:sp>
      <p:sp>
        <p:nvSpPr>
          <p:cNvPr id="26" name="Text 24"/>
          <p:cNvSpPr/>
          <p:nvPr/>
        </p:nvSpPr>
        <p:spPr>
          <a:xfrm>
            <a:off x="4663440" y="2350008"/>
            <a:ext cx="566928" cy="12618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CO4</a:t>
            </a:r>
            <a:endParaRPr lang="en-US" sz="1100" dirty="0"/>
          </a:p>
        </p:txBody>
      </p:sp>
      <p:sp>
        <p:nvSpPr>
          <p:cNvPr id="27" name="Text 25"/>
          <p:cNvSpPr/>
          <p:nvPr/>
        </p:nvSpPr>
        <p:spPr>
          <a:xfrm>
            <a:off x="5303520" y="2404872"/>
            <a:ext cx="3602736"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State Architecture &amp; API</a:t>
            </a:r>
            <a:endParaRPr lang="en-US" sz="1050" dirty="0"/>
          </a:p>
        </p:txBody>
      </p:sp>
      <p:sp>
        <p:nvSpPr>
          <p:cNvPr id="28" name="Text 26"/>
          <p:cNvSpPr/>
          <p:nvPr/>
        </p:nvSpPr>
        <p:spPr>
          <a:xfrm>
            <a:off x="5303520" y="2679192"/>
            <a:ext cx="3602736" cy="896112"/>
          </a:xfrm>
          <a:prstGeom prst="rect">
            <a:avLst/>
          </a:prstGeom>
          <a:noFill/>
          <a:ln/>
        </p:spPr>
        <p:txBody>
          <a:bodyPr wrap="square" rtlCol="0" anchor="t"/>
          <a:lstStyle/>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nav() routing function manages active-page state across 10+ modules — like React Context Provider</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Mock payment, slot booking, and admin table simulate full REST API interactions</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Abstract specifies Node.js + Express.js REST APIs, Axios, React Context/Redux for real implementation</a:t>
            </a:r>
            <a:endParaRPr lang="en-US" sz="800" dirty="0"/>
          </a:p>
        </p:txBody>
      </p:sp>
      <p:sp>
        <p:nvSpPr>
          <p:cNvPr id="29" name="Shape 27"/>
          <p:cNvSpPr/>
          <p:nvPr/>
        </p:nvSpPr>
        <p:spPr>
          <a:xfrm>
            <a:off x="164592" y="3694176"/>
            <a:ext cx="4315968" cy="1261872"/>
          </a:xfrm>
          <a:prstGeom prst="rect">
            <a:avLst/>
          </a:prstGeom>
          <a:solidFill>
            <a:srgbClr val="0F2040"/>
          </a:solidFill>
          <a:ln w="15240">
            <a:solidFill>
              <a:srgbClr val="A855F7"/>
            </a:solidFill>
            <a:prstDash val="solid"/>
          </a:ln>
        </p:spPr>
      </p:sp>
      <p:sp>
        <p:nvSpPr>
          <p:cNvPr id="30" name="Shape 28"/>
          <p:cNvSpPr/>
          <p:nvPr/>
        </p:nvSpPr>
        <p:spPr>
          <a:xfrm>
            <a:off x="164592" y="3694176"/>
            <a:ext cx="566928" cy="1261872"/>
          </a:xfrm>
          <a:prstGeom prst="rect">
            <a:avLst/>
          </a:prstGeom>
          <a:solidFill>
            <a:srgbClr val="A855F7"/>
          </a:solidFill>
          <a:ln w="12700">
            <a:solidFill>
              <a:srgbClr val="A855F7">
                <a:alpha val="0"/>
              </a:srgbClr>
            </a:solidFill>
            <a:prstDash val="solid"/>
          </a:ln>
        </p:spPr>
      </p:sp>
      <p:sp>
        <p:nvSpPr>
          <p:cNvPr id="31" name="Text 29"/>
          <p:cNvSpPr/>
          <p:nvPr/>
        </p:nvSpPr>
        <p:spPr>
          <a:xfrm>
            <a:off x="164592" y="3694176"/>
            <a:ext cx="566928" cy="12618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CO5</a:t>
            </a:r>
            <a:endParaRPr lang="en-US" sz="1100" dirty="0"/>
          </a:p>
        </p:txBody>
      </p:sp>
      <p:sp>
        <p:nvSpPr>
          <p:cNvPr id="32" name="Text 30"/>
          <p:cNvSpPr/>
          <p:nvPr/>
        </p:nvSpPr>
        <p:spPr>
          <a:xfrm>
            <a:off x="804672" y="3749040"/>
            <a:ext cx="3602736"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Routing, Forms &amp; Performance</a:t>
            </a:r>
            <a:endParaRPr lang="en-US" sz="1050" dirty="0"/>
          </a:p>
        </p:txBody>
      </p:sp>
      <p:sp>
        <p:nvSpPr>
          <p:cNvPr id="33" name="Text 31"/>
          <p:cNvSpPr/>
          <p:nvPr/>
        </p:nvSpPr>
        <p:spPr>
          <a:xfrm>
            <a:off x="804672" y="4023360"/>
            <a:ext cx="3602736" cy="896112"/>
          </a:xfrm>
          <a:prstGeom prst="rect">
            <a:avLst/>
          </a:prstGeom>
          <a:noFill/>
          <a:ln/>
        </p:spPr>
        <p:txBody>
          <a:bodyPr wrap="square" rtlCol="0" anchor="t"/>
          <a:lstStyle/>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SPA-style nav() hides/shows sections without page reloads — mirrors React Router pattern</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5-step controlled form pipeline: appNext(), appBack(), updateSteps() with validation stages</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Responsive @media queries, keyboard-navigable UI, and Blob-based lazy PDF/CSV generation (A11y)</a:t>
            </a:r>
            <a:endParaRPr lang="en-US" sz="800" dirty="0"/>
          </a:p>
        </p:txBody>
      </p:sp>
      <p:sp>
        <p:nvSpPr>
          <p:cNvPr id="34" name="Shape 32"/>
          <p:cNvSpPr/>
          <p:nvPr/>
        </p:nvSpPr>
        <p:spPr>
          <a:xfrm>
            <a:off x="4663440" y="3694176"/>
            <a:ext cx="4315968" cy="1261872"/>
          </a:xfrm>
          <a:prstGeom prst="rect">
            <a:avLst/>
          </a:prstGeom>
          <a:solidFill>
            <a:srgbClr val="0F2040"/>
          </a:solidFill>
          <a:ln w="15240">
            <a:solidFill>
              <a:srgbClr val="E11D48"/>
            </a:solidFill>
            <a:prstDash val="solid"/>
          </a:ln>
        </p:spPr>
      </p:sp>
      <p:sp>
        <p:nvSpPr>
          <p:cNvPr id="35" name="Shape 33"/>
          <p:cNvSpPr/>
          <p:nvPr/>
        </p:nvSpPr>
        <p:spPr>
          <a:xfrm>
            <a:off x="4663440" y="3694176"/>
            <a:ext cx="566928" cy="1261872"/>
          </a:xfrm>
          <a:prstGeom prst="rect">
            <a:avLst/>
          </a:prstGeom>
          <a:solidFill>
            <a:srgbClr val="E11D48"/>
          </a:solidFill>
          <a:ln w="12700">
            <a:solidFill>
              <a:srgbClr val="E11D48">
                <a:alpha val="0"/>
              </a:srgbClr>
            </a:solidFill>
            <a:prstDash val="solid"/>
          </a:ln>
        </p:spPr>
      </p:sp>
      <p:sp>
        <p:nvSpPr>
          <p:cNvPr id="36" name="Text 34"/>
          <p:cNvSpPr/>
          <p:nvPr/>
        </p:nvSpPr>
        <p:spPr>
          <a:xfrm>
            <a:off x="4663440" y="3694176"/>
            <a:ext cx="566928" cy="12618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CO6</a:t>
            </a:r>
            <a:endParaRPr lang="en-US" sz="1100" dirty="0"/>
          </a:p>
        </p:txBody>
      </p:sp>
      <p:sp>
        <p:nvSpPr>
          <p:cNvPr id="37" name="Text 35"/>
          <p:cNvSpPr/>
          <p:nvPr/>
        </p:nvSpPr>
        <p:spPr>
          <a:xfrm>
            <a:off x="5303520" y="3749040"/>
            <a:ext cx="3602736"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Build Systems &amp; CI/CD</a:t>
            </a:r>
            <a:endParaRPr lang="en-US" sz="1050" dirty="0"/>
          </a:p>
        </p:txBody>
      </p:sp>
      <p:sp>
        <p:nvSpPr>
          <p:cNvPr id="38" name="Text 36"/>
          <p:cNvSpPr/>
          <p:nvPr/>
        </p:nvSpPr>
        <p:spPr>
          <a:xfrm>
            <a:off x="5303520" y="4023360"/>
            <a:ext cx="3602736" cy="896112"/>
          </a:xfrm>
          <a:prstGeom prst="rect">
            <a:avLst/>
          </a:prstGeom>
          <a:noFill/>
          <a:ln/>
        </p:spPr>
        <p:txBody>
          <a:bodyPr wrap="square" rtlCol="0" anchor="t"/>
          <a:lstStyle/>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Postman used for API testing; backend module includes Node.js + Express.js + MySQL integration</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Admin panel with data export (CSV/PDF) and reporting — production-readiness mindset</a:t>
            </a:r>
            <a:endParaRPr lang="en-US" sz="800" dirty="0"/>
          </a:p>
          <a:p>
            <a:pPr marL="342900" indent="-342900">
              <a:spcAft>
                <a:spcPts val="100"/>
              </a:spcAft>
              <a:buSzPct val="100000"/>
              <a:buChar char="•"/>
            </a:pPr>
            <a:r>
              <a:rPr lang="en-US" sz="800" dirty="0">
                <a:solidFill>
                  <a:srgbClr val="8A9BB8"/>
                </a:solidFill>
                <a:latin typeface="Calibri" pitchFamily="34" charset="0"/>
                <a:ea typeface="Calibri" pitchFamily="34" charset="-122"/>
                <a:cs typeface="Calibri" pitchFamily="34" charset="-120"/>
              </a:rPr>
              <a:t>Clear frontend/backend separation suitable for Vercel (frontend) + Node server (backend) deployment</a:t>
            </a:r>
            <a:endParaRPr lang="en-US" sz="800" dirty="0"/>
          </a:p>
        </p:txBody>
      </p:sp>
      <p:sp>
        <p:nvSpPr>
          <p:cNvPr id="39" name="Shape 37"/>
          <p:cNvSpPr/>
          <p:nvPr/>
        </p:nvSpPr>
        <p:spPr>
          <a:xfrm>
            <a:off x="164592" y="4828032"/>
            <a:ext cx="8814816" cy="228600"/>
          </a:xfrm>
          <a:prstGeom prst="rect">
            <a:avLst/>
          </a:prstGeom>
          <a:solidFill>
            <a:srgbClr val="0F2040"/>
          </a:solidFill>
          <a:ln w="12700">
            <a:solidFill>
              <a:srgbClr val="0F2040">
                <a:alpha val="0"/>
              </a:srgbClr>
            </a:solidFill>
            <a:prstDash val="solid"/>
          </a:ln>
        </p:spPr>
      </p:sp>
      <p:sp>
        <p:nvSpPr>
          <p:cNvPr id="40" name="Text 38"/>
          <p:cNvSpPr/>
          <p:nvPr/>
        </p:nvSpPr>
        <p:spPr>
          <a:xfrm>
            <a:off x="228600" y="4837176"/>
            <a:ext cx="8686800" cy="210312"/>
          </a:xfrm>
          <a:prstGeom prst="rect">
            <a:avLst/>
          </a:prstGeom>
          <a:noFill/>
          <a:ln/>
        </p:spPr>
        <p:txBody>
          <a:bodyPr wrap="square" rtlCol="0" anchor="ctr"/>
          <a:lstStyle/>
          <a:p>
            <a:pPr algn="ctr" indent="0" marL="0">
              <a:buNone/>
            </a:pPr>
            <a:r>
              <a:rPr lang="en-US" sz="900" dirty="0">
                <a:solidFill>
                  <a:srgbClr val="8A9BB8"/>
                </a:solidFill>
                <a:latin typeface="Calibri" pitchFamily="34" charset="0"/>
                <a:ea typeface="Calibri" pitchFamily="34" charset="-122"/>
                <a:cs typeface="Calibri" pitchFamily="34" charset="-120"/>
              </a:rPr>
              <a:t>Course: 25CS1201E — Front End Development Frameworks &amp; UI Engineering  |  All 6 COs addressed in this project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1628"/>
          </a:solidFill>
          <a:ln w="12700">
            <a:solidFill>
              <a:srgbClr val="0A1628">
                <a:alpha val="0"/>
              </a:srgbClr>
            </a:solidFill>
            <a:prstDash val="solid"/>
          </a:ln>
        </p:spPr>
      </p:sp>
      <p:sp>
        <p:nvSpPr>
          <p:cNvPr id="3" name="Shape 1"/>
          <p:cNvSpPr/>
          <p:nvPr/>
        </p:nvSpPr>
        <p:spPr>
          <a:xfrm>
            <a:off x="109728" y="0"/>
            <a:ext cx="9034272" cy="960120"/>
          </a:xfrm>
          <a:prstGeom prst="rect">
            <a:avLst/>
          </a:prstGeom>
          <a:solidFill>
            <a:srgbClr val="0A1628"/>
          </a:solidFill>
          <a:ln w="12700">
            <a:solidFill>
              <a:srgbClr val="0A1628">
                <a:alpha val="0"/>
              </a:srgbClr>
            </a:solidFill>
            <a:prstDash val="solid"/>
          </a:ln>
        </p:spPr>
      </p:sp>
      <p:sp>
        <p:nvSpPr>
          <p:cNvPr id="4" name="Shape 2"/>
          <p:cNvSpPr/>
          <p:nvPr/>
        </p:nvSpPr>
        <p:spPr>
          <a:xfrm>
            <a:off x="109728" y="0"/>
            <a:ext cx="3008376" cy="50292"/>
          </a:xfrm>
          <a:prstGeom prst="rect">
            <a:avLst/>
          </a:prstGeom>
          <a:solidFill>
            <a:srgbClr val="FF6B00"/>
          </a:solidFill>
          <a:ln w="12700">
            <a:solidFill>
              <a:srgbClr val="FF6B00">
                <a:alpha val="0"/>
              </a:srgbClr>
            </a:solidFill>
            <a:prstDash val="solid"/>
          </a:ln>
        </p:spPr>
      </p:sp>
      <p:sp>
        <p:nvSpPr>
          <p:cNvPr id="5" name="Shape 3"/>
          <p:cNvSpPr/>
          <p:nvPr/>
        </p:nvSpPr>
        <p:spPr>
          <a:xfrm>
            <a:off x="3118104" y="0"/>
            <a:ext cx="3008376" cy="50292"/>
          </a:xfrm>
          <a:prstGeom prst="rect">
            <a:avLst/>
          </a:prstGeom>
          <a:solidFill>
            <a:srgbClr val="FFFFFF"/>
          </a:solidFill>
          <a:ln w="12700">
            <a:solidFill>
              <a:srgbClr val="FFFFFF">
                <a:alpha val="0"/>
              </a:srgbClr>
            </a:solidFill>
            <a:prstDash val="solid"/>
          </a:ln>
        </p:spPr>
      </p:sp>
      <p:sp>
        <p:nvSpPr>
          <p:cNvPr id="6" name="Shape 4"/>
          <p:cNvSpPr/>
          <p:nvPr/>
        </p:nvSpPr>
        <p:spPr>
          <a:xfrm>
            <a:off x="6135624" y="0"/>
            <a:ext cx="3008376" cy="50292"/>
          </a:xfrm>
          <a:prstGeom prst="rect">
            <a:avLst/>
          </a:prstGeom>
          <a:solidFill>
            <a:srgbClr val="138808"/>
          </a:solidFill>
          <a:ln w="12700">
            <a:solidFill>
              <a:srgbClr val="138808">
                <a:alpha val="0"/>
              </a:srgbClr>
            </a:solidFill>
            <a:prstDash val="solid"/>
          </a:ln>
        </p:spPr>
      </p:sp>
      <p:sp>
        <p:nvSpPr>
          <p:cNvPr id="7" name="Text 5"/>
          <p:cNvSpPr/>
          <p:nvPr/>
        </p:nvSpPr>
        <p:spPr>
          <a:xfrm>
            <a:off x="320040" y="73152"/>
            <a:ext cx="6858000" cy="7772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Code Overview</a:t>
            </a:r>
            <a:endParaRPr lang="en-US" sz="3000" dirty="0"/>
          </a:p>
        </p:txBody>
      </p:sp>
      <p:sp>
        <p:nvSpPr>
          <p:cNvPr id="8" name="Text 6"/>
          <p:cNvSpPr/>
          <p:nvPr/>
        </p:nvSpPr>
        <p:spPr>
          <a:xfrm>
            <a:off x="7315200" y="228600"/>
            <a:ext cx="1645920" cy="457200"/>
          </a:xfrm>
          <a:prstGeom prst="rect">
            <a:avLst/>
          </a:prstGeom>
          <a:noFill/>
          <a:ln/>
        </p:spPr>
        <p:txBody>
          <a:bodyPr wrap="square" rtlCol="0" anchor="ctr"/>
          <a:lstStyle/>
          <a:p>
            <a:pPr algn="r" indent="0" marL="0">
              <a:buNone/>
            </a:pPr>
            <a:r>
              <a:rPr lang="en-US" sz="1000" dirty="0">
                <a:solidFill>
                  <a:srgbClr val="8A9BB8"/>
                </a:solidFill>
                <a:latin typeface="Calibri" pitchFamily="34" charset="0"/>
                <a:ea typeface="Calibri" pitchFamily="34" charset="-122"/>
                <a:cs typeface="Calibri" pitchFamily="34" charset="-120"/>
              </a:rPr>
              <a:t>Slide 5</a:t>
            </a:r>
            <a:endParaRPr lang="en-US" sz="1000" dirty="0"/>
          </a:p>
        </p:txBody>
      </p:sp>
      <p:sp>
        <p:nvSpPr>
          <p:cNvPr id="9" name="Shape 7"/>
          <p:cNvSpPr/>
          <p:nvPr/>
        </p:nvSpPr>
        <p:spPr>
          <a:xfrm>
            <a:off x="228600" y="1051560"/>
            <a:ext cx="4160520" cy="347472"/>
          </a:xfrm>
          <a:prstGeom prst="rect">
            <a:avLst/>
          </a:prstGeom>
          <a:solidFill>
            <a:srgbClr val="FF6B00"/>
          </a:solidFill>
          <a:ln w="12700">
            <a:solidFill>
              <a:srgbClr val="FF6B00">
                <a:alpha val="0"/>
              </a:srgbClr>
            </a:solidFill>
            <a:prstDash val="solid"/>
          </a:ln>
        </p:spPr>
      </p:sp>
      <p:sp>
        <p:nvSpPr>
          <p:cNvPr id="10" name="Text 8"/>
          <p:cNvSpPr/>
          <p:nvPr/>
        </p:nvSpPr>
        <p:spPr>
          <a:xfrm>
            <a:off x="292608" y="1078992"/>
            <a:ext cx="4023360" cy="292608"/>
          </a:xfrm>
          <a:prstGeom prst="rect">
            <a:avLst/>
          </a:prstGeom>
          <a:noFill/>
          <a:ln/>
        </p:spPr>
        <p:txBody>
          <a:bodyPr wrap="square"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meeseva-login.html  —  Login Page</a:t>
            </a:r>
            <a:endParaRPr lang="en-US" sz="1100" dirty="0"/>
          </a:p>
        </p:txBody>
      </p:sp>
      <p:sp>
        <p:nvSpPr>
          <p:cNvPr id="11" name="Shape 9"/>
          <p:cNvSpPr/>
          <p:nvPr/>
        </p:nvSpPr>
        <p:spPr>
          <a:xfrm>
            <a:off x="228600" y="1399032"/>
            <a:ext cx="4160520" cy="3474720"/>
          </a:xfrm>
          <a:prstGeom prst="rect">
            <a:avLst/>
          </a:prstGeom>
          <a:solidFill>
            <a:srgbClr val="111827"/>
          </a:solidFill>
          <a:ln w="12700">
            <a:solidFill>
              <a:srgbClr val="0F2040"/>
            </a:solidFill>
            <a:prstDash val="solid"/>
          </a:ln>
        </p:spPr>
      </p:sp>
      <p:sp>
        <p:nvSpPr>
          <p:cNvPr id="12" name="Text 10"/>
          <p:cNvSpPr/>
          <p:nvPr/>
        </p:nvSpPr>
        <p:spPr>
          <a:xfrm>
            <a:off x="292608" y="1463040"/>
            <a:ext cx="4023360" cy="3337560"/>
          </a:xfrm>
          <a:prstGeom prst="rect">
            <a:avLst/>
          </a:prstGeom>
          <a:noFill/>
          <a:ln/>
        </p:spPr>
        <p:txBody>
          <a:bodyPr wrap="square" rtlCol="0" anchor="t"/>
          <a:lstStyle/>
          <a:p>
            <a:pPr indent="0" marL="0">
              <a:buNone/>
            </a:pPr>
            <a:r>
              <a:rPr lang="en-US" sz="850" dirty="0">
                <a:solidFill>
                  <a:srgbClr val="98C379"/>
                </a:solidFill>
                <a:latin typeface="Consolas" pitchFamily="34" charset="0"/>
                <a:ea typeface="Consolas" pitchFamily="34" charset="-122"/>
                <a:cs typeface="Consolas" pitchFamily="34" charset="-120"/>
              </a:rPr>
              <a:t>:root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--navy: #0a1628;</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--saffron: #FF6B00;</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--green: #138808;</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.wrapper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display: grid;</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grid-template-columns: 1fr 480px;</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Tricolor stripe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.tricolor-saffron { background:#FF6B00;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.tricolor-white   { background:#FFFFFF;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.tricolor-green   { background:#138808; }</a:t>
            </a:r>
            <a:endParaRPr lang="en-US" sz="850" dirty="0"/>
          </a:p>
          <a:p>
            <a:pPr indent="0" marL="0">
              <a:buNone/>
            </a:pP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Login validation</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function doLogin()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const mob = mobileFld.value.trim();</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const pwd = passFld.value;</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if (mob.length &lt; 10 || pwd.length &lt; 6)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showError('Check credentials');</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return;</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showSuccess('Login successful!');</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  redirect('portal');</a:t>
            </a:r>
            <a:endParaRPr lang="en-US" sz="850" dirty="0"/>
          </a:p>
          <a:p>
            <a:pPr indent="0" marL="0">
              <a:buNone/>
            </a:pPr>
            <a:r>
              <a:rPr lang="en-US" sz="850" dirty="0">
                <a:solidFill>
                  <a:srgbClr val="98C379"/>
                </a:solidFill>
                <a:latin typeface="Consolas" pitchFamily="34" charset="0"/>
                <a:ea typeface="Consolas" pitchFamily="34" charset="-122"/>
                <a:cs typeface="Consolas" pitchFamily="34" charset="-120"/>
              </a:rPr>
              <a:t>}</a:t>
            </a:r>
            <a:endParaRPr lang="en-US" sz="850" dirty="0"/>
          </a:p>
        </p:txBody>
      </p:sp>
      <p:sp>
        <p:nvSpPr>
          <p:cNvPr id="13" name="Shape 11"/>
          <p:cNvSpPr/>
          <p:nvPr/>
        </p:nvSpPr>
        <p:spPr>
          <a:xfrm>
            <a:off x="4572000" y="1051560"/>
            <a:ext cx="4343400" cy="347472"/>
          </a:xfrm>
          <a:prstGeom prst="rect">
            <a:avLst/>
          </a:prstGeom>
          <a:solidFill>
            <a:srgbClr val="138808"/>
          </a:solidFill>
          <a:ln w="12700">
            <a:solidFill>
              <a:srgbClr val="138808">
                <a:alpha val="0"/>
              </a:srgbClr>
            </a:solidFill>
            <a:prstDash val="solid"/>
          </a:ln>
        </p:spPr>
      </p:sp>
      <p:sp>
        <p:nvSpPr>
          <p:cNvPr id="14" name="Text 12"/>
          <p:cNvSpPr/>
          <p:nvPr/>
        </p:nvSpPr>
        <p:spPr>
          <a:xfrm>
            <a:off x="4636008" y="1078992"/>
            <a:ext cx="4206240" cy="292608"/>
          </a:xfrm>
          <a:prstGeom prst="rect">
            <a:avLst/>
          </a:prstGeom>
          <a:noFill/>
          <a:ln/>
        </p:spPr>
        <p:txBody>
          <a:bodyPr wrap="square"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meeseva-portal.html  —  Main Portal</a:t>
            </a:r>
            <a:endParaRPr lang="en-US" sz="1100" dirty="0"/>
          </a:p>
        </p:txBody>
      </p:sp>
      <p:sp>
        <p:nvSpPr>
          <p:cNvPr id="15" name="Shape 13"/>
          <p:cNvSpPr/>
          <p:nvPr/>
        </p:nvSpPr>
        <p:spPr>
          <a:xfrm>
            <a:off x="4572000" y="1399032"/>
            <a:ext cx="4343400" cy="3474720"/>
          </a:xfrm>
          <a:prstGeom prst="rect">
            <a:avLst/>
          </a:prstGeom>
          <a:solidFill>
            <a:srgbClr val="111827"/>
          </a:solidFill>
          <a:ln w="12700">
            <a:solidFill>
              <a:srgbClr val="0F2040"/>
            </a:solidFill>
            <a:prstDash val="solid"/>
          </a:ln>
        </p:spPr>
      </p:sp>
      <p:sp>
        <p:nvSpPr>
          <p:cNvPr id="16" name="Text 14"/>
          <p:cNvSpPr/>
          <p:nvPr/>
        </p:nvSpPr>
        <p:spPr>
          <a:xfrm>
            <a:off x="4636008" y="1463040"/>
            <a:ext cx="4206240" cy="3337560"/>
          </a:xfrm>
          <a:prstGeom prst="rect">
            <a:avLst/>
          </a:prstGeom>
          <a:noFill/>
          <a:ln/>
        </p:spPr>
        <p:txBody>
          <a:bodyPr wrap="square" rtlCol="0" anchor="t"/>
          <a:lstStyle/>
          <a:p>
            <a:pPr indent="0" marL="0">
              <a:buNone/>
            </a:pPr>
            <a:r>
              <a:rPr lang="en-US" sz="850" dirty="0">
                <a:solidFill>
                  <a:srgbClr val="61AFEF"/>
                </a:solidFill>
                <a:latin typeface="Consolas" pitchFamily="34" charset="0"/>
                <a:ea typeface="Consolas" pitchFamily="34" charset="-122"/>
                <a:cs typeface="Consolas" pitchFamily="34" charset="-120"/>
              </a:rPr>
              <a:t>// Navigation router</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function nav(page) {</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document.querySelectorAll('.page')</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.forEach(p=&gt;p.classList.remove('active'));</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document.getElementById('page-'+page)</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.classList.add('active');</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Eligibility checker</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function checkEligibility() {</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const age = getAge(dobInput.value);</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const type = licenceType.value;</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if (type === 'LL-LMV' &amp;&amp; age &lt; 18) {</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showResult('Ineligible','Min age 18 yrs');</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 else { showResult('Eligible','✓ Proceed'); }</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Admin export to CSV</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function exportExcel() {</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const csv = ADMIN_DATA</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.map(r=&gt;[r.id,r.name,r.status].join(','))</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.join('\n');</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  downloadBlob(csv, 'Applications.csv');</a:t>
            </a:r>
            <a:endParaRPr lang="en-US" sz="850" dirty="0"/>
          </a:p>
          <a:p>
            <a:pPr indent="0" marL="0">
              <a:buNone/>
            </a:pPr>
            <a:r>
              <a:rPr lang="en-US" sz="850" dirty="0">
                <a:solidFill>
                  <a:srgbClr val="61AFEF"/>
                </a:solidFill>
                <a:latin typeface="Consolas" pitchFamily="34" charset="0"/>
                <a:ea typeface="Consolas" pitchFamily="34" charset="-122"/>
                <a:cs typeface="Consolas" pitchFamily="34" charset="-120"/>
              </a:rPr>
              <a:t>}</a:t>
            </a:r>
            <a:endParaRPr lang="en-US" sz="850" dirty="0"/>
          </a:p>
        </p:txBody>
      </p:sp>
      <p:sp>
        <p:nvSpPr>
          <p:cNvPr id="17" name="Text 15"/>
          <p:cNvSpPr/>
          <p:nvPr/>
        </p:nvSpPr>
        <p:spPr>
          <a:xfrm>
            <a:off x="228600" y="4846320"/>
            <a:ext cx="4160520" cy="201168"/>
          </a:xfrm>
          <a:prstGeom prst="rect">
            <a:avLst/>
          </a:prstGeom>
          <a:noFill/>
          <a:ln/>
        </p:spPr>
        <p:txBody>
          <a:bodyPr wrap="square" rtlCol="0" anchor="ctr"/>
          <a:lstStyle/>
          <a:p>
            <a:pPr algn="ctr" indent="0" marL="0">
              <a:buNone/>
            </a:pPr>
            <a:r>
              <a:rPr lang="en-US" sz="900" dirty="0">
                <a:solidFill>
                  <a:srgbClr val="FF6B00"/>
                </a:solidFill>
                <a:latin typeface="Calibri" pitchFamily="34" charset="0"/>
                <a:ea typeface="Calibri" pitchFamily="34" charset="-122"/>
                <a:cs typeface="Calibri" pitchFamily="34" charset="-120"/>
              </a:rPr>
              <a:t>Frontend  ·  React.js + HTML5 + CSS3</a:t>
            </a:r>
            <a:endParaRPr lang="en-US" sz="900" dirty="0"/>
          </a:p>
        </p:txBody>
      </p:sp>
      <p:sp>
        <p:nvSpPr>
          <p:cNvPr id="18" name="Text 16"/>
          <p:cNvSpPr/>
          <p:nvPr/>
        </p:nvSpPr>
        <p:spPr>
          <a:xfrm>
            <a:off x="4572000" y="4846320"/>
            <a:ext cx="4343400" cy="201168"/>
          </a:xfrm>
          <a:prstGeom prst="rect">
            <a:avLst/>
          </a:prstGeom>
          <a:noFill/>
          <a:ln/>
        </p:spPr>
        <p:txBody>
          <a:bodyPr wrap="square" rtlCol="0" anchor="ctr"/>
          <a:lstStyle/>
          <a:p>
            <a:pPr algn="ctr" indent="0" marL="0">
              <a:buNone/>
            </a:pPr>
            <a:r>
              <a:rPr lang="en-US" sz="900" dirty="0">
                <a:solidFill>
                  <a:srgbClr val="5DBF6A"/>
                </a:solidFill>
                <a:latin typeface="Calibri" pitchFamily="34" charset="0"/>
                <a:ea typeface="Calibri" pitchFamily="34" charset="-122"/>
                <a:cs typeface="Calibri" pitchFamily="34" charset="-120"/>
              </a:rPr>
              <a:t>Backend  ·  Node.js + Express.js + REST APIs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1628"/>
          </a:solidFill>
          <a:ln w="12700">
            <a:solidFill>
              <a:srgbClr val="0A1628">
                <a:alpha val="0"/>
              </a:srgbClr>
            </a:solidFill>
            <a:prstDash val="solid"/>
          </a:ln>
        </p:spPr>
      </p:sp>
      <p:sp>
        <p:nvSpPr>
          <p:cNvPr id="3" name="Shape 1"/>
          <p:cNvSpPr/>
          <p:nvPr/>
        </p:nvSpPr>
        <p:spPr>
          <a:xfrm>
            <a:off x="109728" y="0"/>
            <a:ext cx="9034272" cy="960120"/>
          </a:xfrm>
          <a:prstGeom prst="rect">
            <a:avLst/>
          </a:prstGeom>
          <a:solidFill>
            <a:srgbClr val="0A1628"/>
          </a:solidFill>
          <a:ln w="12700">
            <a:solidFill>
              <a:srgbClr val="0A1628">
                <a:alpha val="0"/>
              </a:srgbClr>
            </a:solidFill>
            <a:prstDash val="solid"/>
          </a:ln>
        </p:spPr>
      </p:sp>
      <p:sp>
        <p:nvSpPr>
          <p:cNvPr id="4" name="Shape 2"/>
          <p:cNvSpPr/>
          <p:nvPr/>
        </p:nvSpPr>
        <p:spPr>
          <a:xfrm>
            <a:off x="109728" y="0"/>
            <a:ext cx="3008376" cy="50292"/>
          </a:xfrm>
          <a:prstGeom prst="rect">
            <a:avLst/>
          </a:prstGeom>
          <a:solidFill>
            <a:srgbClr val="FF6B00"/>
          </a:solidFill>
          <a:ln w="12700">
            <a:solidFill>
              <a:srgbClr val="FF6B00">
                <a:alpha val="0"/>
              </a:srgbClr>
            </a:solidFill>
            <a:prstDash val="solid"/>
          </a:ln>
        </p:spPr>
      </p:sp>
      <p:sp>
        <p:nvSpPr>
          <p:cNvPr id="5" name="Shape 3"/>
          <p:cNvSpPr/>
          <p:nvPr/>
        </p:nvSpPr>
        <p:spPr>
          <a:xfrm>
            <a:off x="3118104" y="0"/>
            <a:ext cx="3008376" cy="50292"/>
          </a:xfrm>
          <a:prstGeom prst="rect">
            <a:avLst/>
          </a:prstGeom>
          <a:solidFill>
            <a:srgbClr val="FFFFFF"/>
          </a:solidFill>
          <a:ln w="12700">
            <a:solidFill>
              <a:srgbClr val="FFFFFF">
                <a:alpha val="0"/>
              </a:srgbClr>
            </a:solidFill>
            <a:prstDash val="solid"/>
          </a:ln>
        </p:spPr>
      </p:sp>
      <p:sp>
        <p:nvSpPr>
          <p:cNvPr id="6" name="Shape 4"/>
          <p:cNvSpPr/>
          <p:nvPr/>
        </p:nvSpPr>
        <p:spPr>
          <a:xfrm>
            <a:off x="6135624" y="0"/>
            <a:ext cx="3008376" cy="50292"/>
          </a:xfrm>
          <a:prstGeom prst="rect">
            <a:avLst/>
          </a:prstGeom>
          <a:solidFill>
            <a:srgbClr val="138808"/>
          </a:solidFill>
          <a:ln w="12700">
            <a:solidFill>
              <a:srgbClr val="138808">
                <a:alpha val="0"/>
              </a:srgbClr>
            </a:solidFill>
            <a:prstDash val="solid"/>
          </a:ln>
        </p:spPr>
      </p:sp>
      <p:sp>
        <p:nvSpPr>
          <p:cNvPr id="7" name="Text 5"/>
          <p:cNvSpPr/>
          <p:nvPr/>
        </p:nvSpPr>
        <p:spPr>
          <a:xfrm>
            <a:off x="320040" y="73152"/>
            <a:ext cx="6858000" cy="7772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Output / Screenshots</a:t>
            </a:r>
            <a:endParaRPr lang="en-US" sz="3000" dirty="0"/>
          </a:p>
        </p:txBody>
      </p:sp>
      <p:sp>
        <p:nvSpPr>
          <p:cNvPr id="8" name="Text 6"/>
          <p:cNvSpPr/>
          <p:nvPr/>
        </p:nvSpPr>
        <p:spPr>
          <a:xfrm>
            <a:off x="7315200" y="228600"/>
            <a:ext cx="1645920" cy="457200"/>
          </a:xfrm>
          <a:prstGeom prst="rect">
            <a:avLst/>
          </a:prstGeom>
          <a:noFill/>
          <a:ln/>
        </p:spPr>
        <p:txBody>
          <a:bodyPr wrap="square" rtlCol="0" anchor="ctr"/>
          <a:lstStyle/>
          <a:p>
            <a:pPr algn="r" indent="0" marL="0">
              <a:buNone/>
            </a:pPr>
            <a:r>
              <a:rPr lang="en-US" sz="1000" dirty="0">
                <a:solidFill>
                  <a:srgbClr val="8A9BB8"/>
                </a:solidFill>
                <a:latin typeface="Calibri" pitchFamily="34" charset="0"/>
                <a:ea typeface="Calibri" pitchFamily="34" charset="-122"/>
                <a:cs typeface="Calibri" pitchFamily="34" charset="-120"/>
              </a:rPr>
              <a:t>Slide 6</a:t>
            </a:r>
            <a:endParaRPr lang="en-US" sz="1000" dirty="0"/>
          </a:p>
        </p:txBody>
      </p:sp>
      <p:sp>
        <p:nvSpPr>
          <p:cNvPr id="9" name="Shape 7"/>
          <p:cNvSpPr/>
          <p:nvPr/>
        </p:nvSpPr>
        <p:spPr>
          <a:xfrm>
            <a:off x="201168" y="731520"/>
            <a:ext cx="2834640" cy="274320"/>
          </a:xfrm>
          <a:prstGeom prst="rect">
            <a:avLst/>
          </a:prstGeom>
          <a:solidFill>
            <a:srgbClr val="0F2040"/>
          </a:solidFill>
          <a:ln w="12700">
            <a:solidFill>
              <a:srgbClr val="FF6B00"/>
            </a:solidFill>
            <a:prstDash val="solid"/>
          </a:ln>
        </p:spPr>
      </p:sp>
      <p:sp>
        <p:nvSpPr>
          <p:cNvPr id="10" name="Text 8"/>
          <p:cNvSpPr/>
          <p:nvPr/>
        </p:nvSpPr>
        <p:spPr>
          <a:xfrm>
            <a:off x="274320" y="740664"/>
            <a:ext cx="2688336"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Login Page</a:t>
            </a:r>
            <a:endParaRPr lang="en-US" sz="1000" dirty="0"/>
          </a:p>
        </p:txBody>
      </p:sp>
      <p:sp>
        <p:nvSpPr>
          <p:cNvPr id="11" name="Shape 9"/>
          <p:cNvSpPr/>
          <p:nvPr/>
        </p:nvSpPr>
        <p:spPr>
          <a:xfrm>
            <a:off x="173736" y="996696"/>
            <a:ext cx="2889504" cy="1975104"/>
          </a:xfrm>
          <a:prstGeom prst="rect">
            <a:avLst/>
          </a:prstGeom>
          <a:solidFill>
            <a:srgbClr val="FF6B00">
              <a:alpha val="0"/>
            </a:srgbClr>
          </a:solidFill>
          <a:ln w="19050">
            <a:solidFill>
              <a:srgbClr val="FF6B00"/>
            </a:solidFill>
            <a:prstDash val="solid"/>
          </a:ln>
        </p:spPr>
      </p:sp>
      <p:pic>
        <p:nvPicPr>
          <p:cNvPr id="12" name="Image 0" descr="/mnt/user-data/uploads/Screenshot__49_.png">    </p:cNvPr>
          <p:cNvPicPr>
            <a:picLocks noChangeAspect="1"/>
          </p:cNvPicPr>
          <p:nvPr/>
        </p:nvPicPr>
        <p:blipFill>
          <a:blip r:embed="rId1"/>
          <a:stretch>
            <a:fillRect/>
          </a:stretch>
        </p:blipFill>
        <p:spPr>
          <a:xfrm>
            <a:off x="201168" y="1024128"/>
            <a:ext cx="2834640" cy="1920240"/>
          </a:xfrm>
          <a:prstGeom prst="rect">
            <a:avLst/>
          </a:prstGeom>
        </p:spPr>
      </p:pic>
      <p:sp>
        <p:nvSpPr>
          <p:cNvPr id="13" name="Text 10"/>
          <p:cNvSpPr/>
          <p:nvPr/>
        </p:nvSpPr>
        <p:spPr>
          <a:xfrm>
            <a:off x="201168" y="3017520"/>
            <a:ext cx="2834640" cy="1051560"/>
          </a:xfrm>
          <a:prstGeom prst="rect">
            <a:avLst/>
          </a:prstGeom>
          <a:noFill/>
          <a:ln/>
        </p:spPr>
        <p:txBody>
          <a:bodyPr wrap="square" rtlCol="0" anchor="t"/>
          <a:lstStyle/>
          <a:p>
            <a:pPr indent="0" marL="0">
              <a:buNone/>
            </a:pPr>
            <a:r>
              <a:rPr lang="en-US" sz="900" dirty="0">
                <a:solidFill>
                  <a:srgbClr val="8A9BB8"/>
                </a:solidFill>
                <a:latin typeface="Calibri" pitchFamily="34" charset="0"/>
                <a:ea typeface="Calibri" pitchFamily="34" charset="-122"/>
                <a:cs typeface="Calibri" pitchFamily="34" charset="-120"/>
              </a:rPr>
              <a:t>Tricolor-themed login with mobile/Aadhaar auth, Sign In / Register tabs, Aadhaar OTP option, and helpdesk contact.</a:t>
            </a:r>
            <a:endParaRPr lang="en-US" sz="900" dirty="0"/>
          </a:p>
        </p:txBody>
      </p:sp>
      <p:sp>
        <p:nvSpPr>
          <p:cNvPr id="14" name="Shape 11"/>
          <p:cNvSpPr/>
          <p:nvPr/>
        </p:nvSpPr>
        <p:spPr>
          <a:xfrm>
            <a:off x="3154680" y="731520"/>
            <a:ext cx="2834640" cy="274320"/>
          </a:xfrm>
          <a:prstGeom prst="rect">
            <a:avLst/>
          </a:prstGeom>
          <a:solidFill>
            <a:srgbClr val="0F2040"/>
          </a:solidFill>
          <a:ln w="12700">
            <a:solidFill>
              <a:srgbClr val="138808"/>
            </a:solidFill>
            <a:prstDash val="solid"/>
          </a:ln>
        </p:spPr>
      </p:sp>
      <p:sp>
        <p:nvSpPr>
          <p:cNvPr id="15" name="Text 12"/>
          <p:cNvSpPr/>
          <p:nvPr/>
        </p:nvSpPr>
        <p:spPr>
          <a:xfrm>
            <a:off x="3227832" y="740664"/>
            <a:ext cx="2688336"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Dashboard</a:t>
            </a:r>
            <a:endParaRPr lang="en-US" sz="1000" dirty="0"/>
          </a:p>
        </p:txBody>
      </p:sp>
      <p:sp>
        <p:nvSpPr>
          <p:cNvPr id="16" name="Shape 13"/>
          <p:cNvSpPr/>
          <p:nvPr/>
        </p:nvSpPr>
        <p:spPr>
          <a:xfrm>
            <a:off x="3127248" y="996696"/>
            <a:ext cx="2889504" cy="1975104"/>
          </a:xfrm>
          <a:prstGeom prst="rect">
            <a:avLst/>
          </a:prstGeom>
          <a:solidFill>
            <a:srgbClr val="138808">
              <a:alpha val="0"/>
            </a:srgbClr>
          </a:solidFill>
          <a:ln w="19050">
            <a:solidFill>
              <a:srgbClr val="138808"/>
            </a:solidFill>
            <a:prstDash val="solid"/>
          </a:ln>
        </p:spPr>
      </p:sp>
      <p:pic>
        <p:nvPicPr>
          <p:cNvPr id="17" name="Image 1" descr="/mnt/user-data/uploads/Screenshot__50_.png">    </p:cNvPr>
          <p:cNvPicPr>
            <a:picLocks noChangeAspect="1"/>
          </p:cNvPicPr>
          <p:nvPr/>
        </p:nvPicPr>
        <p:blipFill>
          <a:blip r:embed="rId2"/>
          <a:stretch>
            <a:fillRect/>
          </a:stretch>
        </p:blipFill>
        <p:spPr>
          <a:xfrm>
            <a:off x="3154680" y="1024128"/>
            <a:ext cx="2834640" cy="1920240"/>
          </a:xfrm>
          <a:prstGeom prst="rect">
            <a:avLst/>
          </a:prstGeom>
        </p:spPr>
      </p:pic>
      <p:sp>
        <p:nvSpPr>
          <p:cNvPr id="18" name="Text 14"/>
          <p:cNvSpPr/>
          <p:nvPr/>
        </p:nvSpPr>
        <p:spPr>
          <a:xfrm>
            <a:off x="3154680" y="3017520"/>
            <a:ext cx="2834640" cy="1051560"/>
          </a:xfrm>
          <a:prstGeom prst="rect">
            <a:avLst/>
          </a:prstGeom>
          <a:noFill/>
          <a:ln/>
        </p:spPr>
        <p:txBody>
          <a:bodyPr wrap="square" rtlCol="0" anchor="t"/>
          <a:lstStyle/>
          <a:p>
            <a:pPr indent="0" marL="0">
              <a:buNone/>
            </a:pPr>
            <a:r>
              <a:rPr lang="en-US" sz="900" dirty="0">
                <a:solidFill>
                  <a:srgbClr val="8A9BB8"/>
                </a:solidFill>
                <a:latin typeface="Calibri" pitchFamily="34" charset="0"/>
                <a:ea typeface="Calibri" pitchFamily="34" charset="-122"/>
                <a:cs typeface="Calibri" pitchFamily="34" charset="-120"/>
              </a:rPr>
              <a:t>Stats: 2 Active Apps, 1 Licence (valid till 2034), Next Test Jun 14 at RTO Hyderabad, ₹800 fees paid. Quick Actions &amp; Recent Activity.</a:t>
            </a:r>
            <a:endParaRPr lang="en-US" sz="900" dirty="0"/>
          </a:p>
        </p:txBody>
      </p:sp>
      <p:sp>
        <p:nvSpPr>
          <p:cNvPr id="19" name="Shape 15"/>
          <p:cNvSpPr/>
          <p:nvPr/>
        </p:nvSpPr>
        <p:spPr>
          <a:xfrm>
            <a:off x="6108192" y="731520"/>
            <a:ext cx="2834640" cy="274320"/>
          </a:xfrm>
          <a:prstGeom prst="rect">
            <a:avLst/>
          </a:prstGeom>
          <a:solidFill>
            <a:srgbClr val="0F2040"/>
          </a:solidFill>
          <a:ln w="12700">
            <a:solidFill>
              <a:srgbClr val="4E9AF1"/>
            </a:solidFill>
            <a:prstDash val="solid"/>
          </a:ln>
        </p:spPr>
      </p:sp>
      <p:sp>
        <p:nvSpPr>
          <p:cNvPr id="20" name="Text 16"/>
          <p:cNvSpPr/>
          <p:nvPr/>
        </p:nvSpPr>
        <p:spPr>
          <a:xfrm>
            <a:off x="6181344" y="740664"/>
            <a:ext cx="2688336"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Certificate PDF</a:t>
            </a:r>
            <a:endParaRPr lang="en-US" sz="1000" dirty="0"/>
          </a:p>
        </p:txBody>
      </p:sp>
      <p:sp>
        <p:nvSpPr>
          <p:cNvPr id="21" name="Shape 17"/>
          <p:cNvSpPr/>
          <p:nvPr/>
        </p:nvSpPr>
        <p:spPr>
          <a:xfrm>
            <a:off x="6080760" y="996696"/>
            <a:ext cx="2889504" cy="1975104"/>
          </a:xfrm>
          <a:prstGeom prst="rect">
            <a:avLst/>
          </a:prstGeom>
          <a:solidFill>
            <a:srgbClr val="4E9AF1">
              <a:alpha val="0"/>
            </a:srgbClr>
          </a:solidFill>
          <a:ln w="19050">
            <a:solidFill>
              <a:srgbClr val="4E9AF1"/>
            </a:solidFill>
            <a:prstDash val="solid"/>
          </a:ln>
        </p:spPr>
      </p:sp>
      <p:pic>
        <p:nvPicPr>
          <p:cNvPr id="22" name="Image 2" descr="/mnt/user-data/uploads/Screenshot__51_.png">    </p:cNvPr>
          <p:cNvPicPr>
            <a:picLocks noChangeAspect="1"/>
          </p:cNvPicPr>
          <p:nvPr/>
        </p:nvPicPr>
        <p:blipFill>
          <a:blip r:embed="rId3"/>
          <a:stretch>
            <a:fillRect/>
          </a:stretch>
        </p:blipFill>
        <p:spPr>
          <a:xfrm>
            <a:off x="6108192" y="1024128"/>
            <a:ext cx="2834640" cy="1920240"/>
          </a:xfrm>
          <a:prstGeom prst="rect">
            <a:avLst/>
          </a:prstGeom>
        </p:spPr>
      </p:pic>
      <p:sp>
        <p:nvSpPr>
          <p:cNvPr id="23" name="Text 18"/>
          <p:cNvSpPr/>
          <p:nvPr/>
        </p:nvSpPr>
        <p:spPr>
          <a:xfrm>
            <a:off x="6108192" y="3017520"/>
            <a:ext cx="2834640" cy="1051560"/>
          </a:xfrm>
          <a:prstGeom prst="rect">
            <a:avLst/>
          </a:prstGeom>
          <a:noFill/>
          <a:ln/>
        </p:spPr>
        <p:txBody>
          <a:bodyPr wrap="square" rtlCol="0" anchor="t"/>
          <a:lstStyle/>
          <a:p>
            <a:pPr indent="0" marL="0">
              <a:buNone/>
            </a:pPr>
            <a:r>
              <a:rPr lang="en-US" sz="900" dirty="0">
                <a:solidFill>
                  <a:srgbClr val="8A9BB8"/>
                </a:solidFill>
                <a:latin typeface="Calibri" pitchFamily="34" charset="0"/>
                <a:ea typeface="Calibri" pitchFamily="34" charset="-122"/>
                <a:cs typeface="Calibri" pitchFamily="34" charset="-120"/>
              </a:rPr>
              <a:t>Permanent DL (LMV/MCWG) — TG0420240012330 issued by RTO Hyderabad Central. Download PDF, DigiLocker sync, Print &amp; Share options.</a:t>
            </a:r>
            <a:endParaRPr lang="en-US" sz="900" dirty="0"/>
          </a:p>
        </p:txBody>
      </p:sp>
      <p:sp>
        <p:nvSpPr>
          <p:cNvPr id="24" name="Shape 19"/>
          <p:cNvSpPr/>
          <p:nvPr/>
        </p:nvSpPr>
        <p:spPr>
          <a:xfrm>
            <a:off x="201168" y="4800600"/>
            <a:ext cx="8732520" cy="256032"/>
          </a:xfrm>
          <a:prstGeom prst="rect">
            <a:avLst/>
          </a:prstGeom>
          <a:solidFill>
            <a:srgbClr val="0F2040"/>
          </a:solidFill>
          <a:ln w="12700">
            <a:solidFill>
              <a:srgbClr val="0F2040">
                <a:alpha val="0"/>
              </a:srgbClr>
            </a:solidFill>
            <a:prstDash val="solid"/>
          </a:ln>
        </p:spPr>
      </p:sp>
      <p:sp>
        <p:nvSpPr>
          <p:cNvPr id="25" name="Text 20"/>
          <p:cNvSpPr/>
          <p:nvPr/>
        </p:nvSpPr>
        <p:spPr>
          <a:xfrm>
            <a:off x="274320" y="4809744"/>
            <a:ext cx="8595360" cy="237744"/>
          </a:xfrm>
          <a:prstGeom prst="rect">
            <a:avLst/>
          </a:prstGeom>
          <a:noFill/>
          <a:ln/>
        </p:spPr>
        <p:txBody>
          <a:bodyPr wrap="square" rtlCol="0" anchor="ctr"/>
          <a:lstStyle/>
          <a:p>
            <a:pPr algn="ctr" indent="0" marL="0">
              <a:buNone/>
            </a:pPr>
            <a:r>
              <a:rPr lang="en-US" sz="900" dirty="0">
                <a:solidFill>
                  <a:srgbClr val="8A9BB8"/>
                </a:solidFill>
                <a:latin typeface="Calibri" pitchFamily="34" charset="0"/>
                <a:ea typeface="Calibri" pitchFamily="34" charset="-122"/>
                <a:cs typeface="Calibri" pitchFamily="34" charset="-120"/>
              </a:rPr>
              <a:t>Built with  React.js · Node.js · Express.js · REST APIs · HTML5 · CSS3 · MySQL  |  Tested on Chrome · Responsive Design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FF6B00">
                <a:alpha val="6000"/>
              </a:srgbClr>
            </a:solidFill>
            <a:prstDash val="solid"/>
          </a:ln>
        </p:spPr>
      </p:sp>
      <p:sp>
        <p:nvSpPr>
          <p:cNvPr id="3" name="Shape 1"/>
          <p:cNvSpPr/>
          <p:nvPr/>
        </p:nvSpPr>
        <p:spPr>
          <a:xfrm>
            <a:off x="457200" y="0"/>
            <a:ext cx="0" cy="5143500"/>
          </a:xfrm>
          <a:prstGeom prst="line">
            <a:avLst/>
          </a:prstGeom>
          <a:noFill/>
          <a:ln w="3810">
            <a:solidFill>
              <a:srgbClr val="FF6B00">
                <a:alpha val="6000"/>
              </a:srgbClr>
            </a:solidFill>
            <a:prstDash val="solid"/>
          </a:ln>
        </p:spPr>
      </p:sp>
      <p:sp>
        <p:nvSpPr>
          <p:cNvPr id="4" name="Shape 2"/>
          <p:cNvSpPr/>
          <p:nvPr/>
        </p:nvSpPr>
        <p:spPr>
          <a:xfrm>
            <a:off x="914400" y="0"/>
            <a:ext cx="0" cy="5143500"/>
          </a:xfrm>
          <a:prstGeom prst="line">
            <a:avLst/>
          </a:prstGeom>
          <a:noFill/>
          <a:ln w="3810">
            <a:solidFill>
              <a:srgbClr val="FF6B00">
                <a:alpha val="6000"/>
              </a:srgbClr>
            </a:solidFill>
            <a:prstDash val="solid"/>
          </a:ln>
        </p:spPr>
      </p:sp>
      <p:sp>
        <p:nvSpPr>
          <p:cNvPr id="5" name="Shape 3"/>
          <p:cNvSpPr/>
          <p:nvPr/>
        </p:nvSpPr>
        <p:spPr>
          <a:xfrm>
            <a:off x="1371600" y="0"/>
            <a:ext cx="0" cy="5143500"/>
          </a:xfrm>
          <a:prstGeom prst="line">
            <a:avLst/>
          </a:prstGeom>
          <a:noFill/>
          <a:ln w="3810">
            <a:solidFill>
              <a:srgbClr val="FF6B00">
                <a:alpha val="6000"/>
              </a:srgbClr>
            </a:solidFill>
            <a:prstDash val="solid"/>
          </a:ln>
        </p:spPr>
      </p:sp>
      <p:sp>
        <p:nvSpPr>
          <p:cNvPr id="6" name="Shape 4"/>
          <p:cNvSpPr/>
          <p:nvPr/>
        </p:nvSpPr>
        <p:spPr>
          <a:xfrm>
            <a:off x="1828800" y="0"/>
            <a:ext cx="0" cy="5143500"/>
          </a:xfrm>
          <a:prstGeom prst="line">
            <a:avLst/>
          </a:prstGeom>
          <a:noFill/>
          <a:ln w="3810">
            <a:solidFill>
              <a:srgbClr val="FF6B00">
                <a:alpha val="6000"/>
              </a:srgbClr>
            </a:solidFill>
            <a:prstDash val="solid"/>
          </a:ln>
        </p:spPr>
      </p:sp>
      <p:sp>
        <p:nvSpPr>
          <p:cNvPr id="7" name="Shape 5"/>
          <p:cNvSpPr/>
          <p:nvPr/>
        </p:nvSpPr>
        <p:spPr>
          <a:xfrm>
            <a:off x="2286000" y="0"/>
            <a:ext cx="0" cy="5143500"/>
          </a:xfrm>
          <a:prstGeom prst="line">
            <a:avLst/>
          </a:prstGeom>
          <a:noFill/>
          <a:ln w="3810">
            <a:solidFill>
              <a:srgbClr val="FF6B00">
                <a:alpha val="6000"/>
              </a:srgbClr>
            </a:solidFill>
            <a:prstDash val="solid"/>
          </a:ln>
        </p:spPr>
      </p:sp>
      <p:sp>
        <p:nvSpPr>
          <p:cNvPr id="8" name="Shape 6"/>
          <p:cNvSpPr/>
          <p:nvPr/>
        </p:nvSpPr>
        <p:spPr>
          <a:xfrm>
            <a:off x="2743200" y="0"/>
            <a:ext cx="0" cy="5143500"/>
          </a:xfrm>
          <a:prstGeom prst="line">
            <a:avLst/>
          </a:prstGeom>
          <a:noFill/>
          <a:ln w="3810">
            <a:solidFill>
              <a:srgbClr val="FF6B00">
                <a:alpha val="6000"/>
              </a:srgbClr>
            </a:solidFill>
            <a:prstDash val="solid"/>
          </a:ln>
        </p:spPr>
      </p:sp>
      <p:sp>
        <p:nvSpPr>
          <p:cNvPr id="9" name="Shape 7"/>
          <p:cNvSpPr/>
          <p:nvPr/>
        </p:nvSpPr>
        <p:spPr>
          <a:xfrm>
            <a:off x="3200400" y="0"/>
            <a:ext cx="0" cy="5143500"/>
          </a:xfrm>
          <a:prstGeom prst="line">
            <a:avLst/>
          </a:prstGeom>
          <a:noFill/>
          <a:ln w="3810">
            <a:solidFill>
              <a:srgbClr val="FF6B00">
                <a:alpha val="6000"/>
              </a:srgbClr>
            </a:solidFill>
            <a:prstDash val="solid"/>
          </a:ln>
        </p:spPr>
      </p:sp>
      <p:sp>
        <p:nvSpPr>
          <p:cNvPr id="10" name="Shape 8"/>
          <p:cNvSpPr/>
          <p:nvPr/>
        </p:nvSpPr>
        <p:spPr>
          <a:xfrm>
            <a:off x="3657600" y="0"/>
            <a:ext cx="0" cy="5143500"/>
          </a:xfrm>
          <a:prstGeom prst="line">
            <a:avLst/>
          </a:prstGeom>
          <a:noFill/>
          <a:ln w="3810">
            <a:solidFill>
              <a:srgbClr val="FF6B00">
                <a:alpha val="6000"/>
              </a:srgbClr>
            </a:solidFill>
            <a:prstDash val="solid"/>
          </a:ln>
        </p:spPr>
      </p:sp>
      <p:sp>
        <p:nvSpPr>
          <p:cNvPr id="11" name="Shape 9"/>
          <p:cNvSpPr/>
          <p:nvPr/>
        </p:nvSpPr>
        <p:spPr>
          <a:xfrm>
            <a:off x="4114800" y="0"/>
            <a:ext cx="0" cy="5143500"/>
          </a:xfrm>
          <a:prstGeom prst="line">
            <a:avLst/>
          </a:prstGeom>
          <a:noFill/>
          <a:ln w="3810">
            <a:solidFill>
              <a:srgbClr val="FF6B00">
                <a:alpha val="6000"/>
              </a:srgbClr>
            </a:solidFill>
            <a:prstDash val="solid"/>
          </a:ln>
        </p:spPr>
      </p:sp>
      <p:sp>
        <p:nvSpPr>
          <p:cNvPr id="12" name="Shape 10"/>
          <p:cNvSpPr/>
          <p:nvPr/>
        </p:nvSpPr>
        <p:spPr>
          <a:xfrm>
            <a:off x="4572000" y="0"/>
            <a:ext cx="0" cy="5143500"/>
          </a:xfrm>
          <a:prstGeom prst="line">
            <a:avLst/>
          </a:prstGeom>
          <a:noFill/>
          <a:ln w="3810">
            <a:solidFill>
              <a:srgbClr val="FF6B00">
                <a:alpha val="6000"/>
              </a:srgbClr>
            </a:solidFill>
            <a:prstDash val="solid"/>
          </a:ln>
        </p:spPr>
      </p:sp>
      <p:sp>
        <p:nvSpPr>
          <p:cNvPr id="13" name="Shape 11"/>
          <p:cNvSpPr/>
          <p:nvPr/>
        </p:nvSpPr>
        <p:spPr>
          <a:xfrm>
            <a:off x="5029200" y="0"/>
            <a:ext cx="0" cy="5143500"/>
          </a:xfrm>
          <a:prstGeom prst="line">
            <a:avLst/>
          </a:prstGeom>
          <a:noFill/>
          <a:ln w="3810">
            <a:solidFill>
              <a:srgbClr val="FF6B00">
                <a:alpha val="6000"/>
              </a:srgbClr>
            </a:solidFill>
            <a:prstDash val="solid"/>
          </a:ln>
        </p:spPr>
      </p:sp>
      <p:sp>
        <p:nvSpPr>
          <p:cNvPr id="14" name="Shape 12"/>
          <p:cNvSpPr/>
          <p:nvPr/>
        </p:nvSpPr>
        <p:spPr>
          <a:xfrm>
            <a:off x="5486400" y="0"/>
            <a:ext cx="0" cy="5143500"/>
          </a:xfrm>
          <a:prstGeom prst="line">
            <a:avLst/>
          </a:prstGeom>
          <a:noFill/>
          <a:ln w="3810">
            <a:solidFill>
              <a:srgbClr val="FF6B00">
                <a:alpha val="6000"/>
              </a:srgbClr>
            </a:solidFill>
            <a:prstDash val="solid"/>
          </a:ln>
        </p:spPr>
      </p:sp>
      <p:sp>
        <p:nvSpPr>
          <p:cNvPr id="15" name="Shape 13"/>
          <p:cNvSpPr/>
          <p:nvPr/>
        </p:nvSpPr>
        <p:spPr>
          <a:xfrm>
            <a:off x="5943600" y="0"/>
            <a:ext cx="0" cy="5143500"/>
          </a:xfrm>
          <a:prstGeom prst="line">
            <a:avLst/>
          </a:prstGeom>
          <a:noFill/>
          <a:ln w="3810">
            <a:solidFill>
              <a:srgbClr val="FF6B00">
                <a:alpha val="6000"/>
              </a:srgbClr>
            </a:solidFill>
            <a:prstDash val="solid"/>
          </a:ln>
        </p:spPr>
      </p:sp>
      <p:sp>
        <p:nvSpPr>
          <p:cNvPr id="16" name="Shape 14"/>
          <p:cNvSpPr/>
          <p:nvPr/>
        </p:nvSpPr>
        <p:spPr>
          <a:xfrm>
            <a:off x="6400800" y="0"/>
            <a:ext cx="0" cy="5143500"/>
          </a:xfrm>
          <a:prstGeom prst="line">
            <a:avLst/>
          </a:prstGeom>
          <a:noFill/>
          <a:ln w="3810">
            <a:solidFill>
              <a:srgbClr val="FF6B00">
                <a:alpha val="6000"/>
              </a:srgbClr>
            </a:solidFill>
            <a:prstDash val="solid"/>
          </a:ln>
        </p:spPr>
      </p:sp>
      <p:sp>
        <p:nvSpPr>
          <p:cNvPr id="17" name="Shape 15"/>
          <p:cNvSpPr/>
          <p:nvPr/>
        </p:nvSpPr>
        <p:spPr>
          <a:xfrm>
            <a:off x="6858000" y="0"/>
            <a:ext cx="0" cy="5143500"/>
          </a:xfrm>
          <a:prstGeom prst="line">
            <a:avLst/>
          </a:prstGeom>
          <a:noFill/>
          <a:ln w="3810">
            <a:solidFill>
              <a:srgbClr val="FF6B00">
                <a:alpha val="6000"/>
              </a:srgbClr>
            </a:solidFill>
            <a:prstDash val="solid"/>
          </a:ln>
        </p:spPr>
      </p:sp>
      <p:sp>
        <p:nvSpPr>
          <p:cNvPr id="18" name="Shape 16"/>
          <p:cNvSpPr/>
          <p:nvPr/>
        </p:nvSpPr>
        <p:spPr>
          <a:xfrm>
            <a:off x="7315200" y="0"/>
            <a:ext cx="0" cy="5143500"/>
          </a:xfrm>
          <a:prstGeom prst="line">
            <a:avLst/>
          </a:prstGeom>
          <a:noFill/>
          <a:ln w="3810">
            <a:solidFill>
              <a:srgbClr val="FF6B00">
                <a:alpha val="6000"/>
              </a:srgbClr>
            </a:solidFill>
            <a:prstDash val="solid"/>
          </a:ln>
        </p:spPr>
      </p:sp>
      <p:sp>
        <p:nvSpPr>
          <p:cNvPr id="19" name="Shape 17"/>
          <p:cNvSpPr/>
          <p:nvPr/>
        </p:nvSpPr>
        <p:spPr>
          <a:xfrm>
            <a:off x="7772400" y="0"/>
            <a:ext cx="0" cy="5143500"/>
          </a:xfrm>
          <a:prstGeom prst="line">
            <a:avLst/>
          </a:prstGeom>
          <a:noFill/>
          <a:ln w="3810">
            <a:solidFill>
              <a:srgbClr val="FF6B00">
                <a:alpha val="6000"/>
              </a:srgbClr>
            </a:solidFill>
            <a:prstDash val="solid"/>
          </a:ln>
        </p:spPr>
      </p:sp>
      <p:sp>
        <p:nvSpPr>
          <p:cNvPr id="20" name="Shape 18"/>
          <p:cNvSpPr/>
          <p:nvPr/>
        </p:nvSpPr>
        <p:spPr>
          <a:xfrm>
            <a:off x="8229600" y="0"/>
            <a:ext cx="0" cy="5143500"/>
          </a:xfrm>
          <a:prstGeom prst="line">
            <a:avLst/>
          </a:prstGeom>
          <a:noFill/>
          <a:ln w="3810">
            <a:solidFill>
              <a:srgbClr val="FF6B00">
                <a:alpha val="6000"/>
              </a:srgbClr>
            </a:solidFill>
            <a:prstDash val="solid"/>
          </a:ln>
        </p:spPr>
      </p:sp>
      <p:sp>
        <p:nvSpPr>
          <p:cNvPr id="21" name="Shape 19"/>
          <p:cNvSpPr/>
          <p:nvPr/>
        </p:nvSpPr>
        <p:spPr>
          <a:xfrm>
            <a:off x="8686800" y="0"/>
            <a:ext cx="0" cy="5143500"/>
          </a:xfrm>
          <a:prstGeom prst="line">
            <a:avLst/>
          </a:prstGeom>
          <a:noFill/>
          <a:ln w="3810">
            <a:solidFill>
              <a:srgbClr val="FF6B00">
                <a:alpha val="6000"/>
              </a:srgbClr>
            </a:solidFill>
            <a:prstDash val="solid"/>
          </a:ln>
        </p:spPr>
      </p:sp>
      <p:sp>
        <p:nvSpPr>
          <p:cNvPr id="22" name="Shape 20"/>
          <p:cNvSpPr/>
          <p:nvPr/>
        </p:nvSpPr>
        <p:spPr>
          <a:xfrm>
            <a:off x="5943600" y="-914400"/>
            <a:ext cx="4572000" cy="4572000"/>
          </a:xfrm>
          <a:prstGeom prst="ellipse">
            <a:avLst/>
          </a:prstGeom>
          <a:solidFill>
            <a:srgbClr val="138808">
              <a:alpha val="15000"/>
            </a:srgbClr>
          </a:solidFill>
          <a:ln w="12700">
            <a:solidFill>
              <a:srgbClr val="138808">
                <a:alpha val="0"/>
              </a:srgbClr>
            </a:solidFill>
            <a:prstDash val="solid"/>
          </a:ln>
        </p:spPr>
      </p:sp>
      <p:sp>
        <p:nvSpPr>
          <p:cNvPr id="23" name="Shape 21"/>
          <p:cNvSpPr/>
          <p:nvPr/>
        </p:nvSpPr>
        <p:spPr>
          <a:xfrm>
            <a:off x="0" y="0"/>
            <a:ext cx="3044952" cy="64008"/>
          </a:xfrm>
          <a:prstGeom prst="rect">
            <a:avLst/>
          </a:prstGeom>
          <a:solidFill>
            <a:srgbClr val="FF6B00"/>
          </a:solidFill>
          <a:ln w="12700">
            <a:solidFill>
              <a:srgbClr val="FF6B00">
                <a:alpha val="0"/>
              </a:srgbClr>
            </a:solidFill>
            <a:prstDash val="solid"/>
          </a:ln>
        </p:spPr>
      </p:sp>
      <p:sp>
        <p:nvSpPr>
          <p:cNvPr id="24" name="Shape 22"/>
          <p:cNvSpPr/>
          <p:nvPr/>
        </p:nvSpPr>
        <p:spPr>
          <a:xfrm>
            <a:off x="3044952" y="0"/>
            <a:ext cx="3044952" cy="64008"/>
          </a:xfrm>
          <a:prstGeom prst="rect">
            <a:avLst/>
          </a:prstGeom>
          <a:solidFill>
            <a:srgbClr val="FFFFFF"/>
          </a:solidFill>
          <a:ln w="12700">
            <a:solidFill>
              <a:srgbClr val="FFFFFF">
                <a:alpha val="0"/>
              </a:srgbClr>
            </a:solidFill>
            <a:prstDash val="solid"/>
          </a:ln>
        </p:spPr>
      </p:sp>
      <p:sp>
        <p:nvSpPr>
          <p:cNvPr id="25" name="Shape 23"/>
          <p:cNvSpPr/>
          <p:nvPr/>
        </p:nvSpPr>
        <p:spPr>
          <a:xfrm>
            <a:off x="6099048" y="0"/>
            <a:ext cx="3044952" cy="64008"/>
          </a:xfrm>
          <a:prstGeom prst="rect">
            <a:avLst/>
          </a:prstGeom>
          <a:solidFill>
            <a:srgbClr val="138808"/>
          </a:solidFill>
          <a:ln w="12700">
            <a:solidFill>
              <a:srgbClr val="138808">
                <a:alpha val="0"/>
              </a:srgbClr>
            </a:solidFill>
            <a:prstDash val="solid"/>
          </a:ln>
        </p:spPr>
      </p:sp>
      <p:sp>
        <p:nvSpPr>
          <p:cNvPr id="26" name="Text 24"/>
          <p:cNvSpPr/>
          <p:nvPr/>
        </p:nvSpPr>
        <p:spPr>
          <a:xfrm>
            <a:off x="457200" y="18288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Conclusion</a:t>
            </a:r>
            <a:endParaRPr lang="en-US" sz="3600" dirty="0"/>
          </a:p>
        </p:txBody>
      </p:sp>
      <p:sp>
        <p:nvSpPr>
          <p:cNvPr id="27" name="Shape 25"/>
          <p:cNvSpPr/>
          <p:nvPr/>
        </p:nvSpPr>
        <p:spPr>
          <a:xfrm>
            <a:off x="274320" y="1051560"/>
            <a:ext cx="4297680" cy="1737360"/>
          </a:xfrm>
          <a:prstGeom prst="rect">
            <a:avLst/>
          </a:prstGeom>
          <a:solidFill>
            <a:srgbClr val="0F2040"/>
          </a:solidFill>
          <a:ln w="12700">
            <a:solidFill>
              <a:srgbClr val="FF6B00"/>
            </a:solidFill>
            <a:prstDash val="solid"/>
          </a:ln>
        </p:spPr>
      </p:sp>
      <p:sp>
        <p:nvSpPr>
          <p:cNvPr id="28" name="Shape 26"/>
          <p:cNvSpPr/>
          <p:nvPr/>
        </p:nvSpPr>
        <p:spPr>
          <a:xfrm>
            <a:off x="438912" y="1252728"/>
            <a:ext cx="640080" cy="640080"/>
          </a:xfrm>
          <a:prstGeom prst="ellipse">
            <a:avLst/>
          </a:prstGeom>
          <a:solidFill>
            <a:srgbClr val="FF6B00"/>
          </a:solidFill>
          <a:ln w="12700">
            <a:solidFill>
              <a:srgbClr val="FF6B00">
                <a:alpha val="0"/>
              </a:srgbClr>
            </a:solidFill>
            <a:prstDash val="solid"/>
          </a:ln>
        </p:spPr>
      </p:sp>
      <p:sp>
        <p:nvSpPr>
          <p:cNvPr id="29" name="Text 27"/>
          <p:cNvSpPr/>
          <p:nvPr/>
        </p:nvSpPr>
        <p:spPr>
          <a:xfrm>
            <a:off x="438912" y="1252728"/>
            <a:ext cx="640080" cy="6400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0" name="Text 28"/>
          <p:cNvSpPr/>
          <p:nvPr/>
        </p:nvSpPr>
        <p:spPr>
          <a:xfrm>
            <a:off x="1234440" y="1252728"/>
            <a:ext cx="320040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Efficiency</a:t>
            </a:r>
            <a:endParaRPr lang="en-US" sz="1500" dirty="0"/>
          </a:p>
        </p:txBody>
      </p:sp>
      <p:sp>
        <p:nvSpPr>
          <p:cNvPr id="31" name="Text 29"/>
          <p:cNvSpPr/>
          <p:nvPr/>
        </p:nvSpPr>
        <p:spPr>
          <a:xfrm>
            <a:off x="438912" y="1764792"/>
            <a:ext cx="3977640" cy="914400"/>
          </a:xfrm>
          <a:prstGeom prst="rect">
            <a:avLst/>
          </a:prstGeom>
          <a:noFill/>
          <a:ln/>
        </p:spPr>
        <p:txBody>
          <a:bodyPr wrap="square" rtlCol="0" anchor="t"/>
          <a:lstStyle/>
          <a:p>
            <a:pPr indent="0" marL="0">
              <a:buNone/>
            </a:pPr>
            <a:r>
              <a:rPr lang="en-US" sz="1100" dirty="0">
                <a:solidFill>
                  <a:srgbClr val="8A9BB8"/>
                </a:solidFill>
                <a:latin typeface="Calibri" pitchFamily="34" charset="0"/>
                <a:ea typeface="Calibri" pitchFamily="34" charset="-122"/>
                <a:cs typeface="Calibri" pitchFamily="34" charset="-120"/>
              </a:rPr>
              <a:t>Eliminates manual paperwork and long queues at RTO offices through a streamlined digital workflow.</a:t>
            </a:r>
            <a:endParaRPr lang="en-US" sz="1100" dirty="0"/>
          </a:p>
        </p:txBody>
      </p:sp>
      <p:sp>
        <p:nvSpPr>
          <p:cNvPr id="32" name="Shape 30"/>
          <p:cNvSpPr/>
          <p:nvPr/>
        </p:nvSpPr>
        <p:spPr>
          <a:xfrm>
            <a:off x="4754880" y="1051560"/>
            <a:ext cx="4297680" cy="1737360"/>
          </a:xfrm>
          <a:prstGeom prst="rect">
            <a:avLst/>
          </a:prstGeom>
          <a:solidFill>
            <a:srgbClr val="0F2040"/>
          </a:solidFill>
          <a:ln w="12700">
            <a:solidFill>
              <a:srgbClr val="138808"/>
            </a:solidFill>
            <a:prstDash val="solid"/>
          </a:ln>
        </p:spPr>
      </p:sp>
      <p:sp>
        <p:nvSpPr>
          <p:cNvPr id="33" name="Shape 31"/>
          <p:cNvSpPr/>
          <p:nvPr/>
        </p:nvSpPr>
        <p:spPr>
          <a:xfrm>
            <a:off x="4919472" y="1252728"/>
            <a:ext cx="640080" cy="640080"/>
          </a:xfrm>
          <a:prstGeom prst="ellipse">
            <a:avLst/>
          </a:prstGeom>
          <a:solidFill>
            <a:srgbClr val="138808"/>
          </a:solidFill>
          <a:ln w="12700">
            <a:solidFill>
              <a:srgbClr val="138808">
                <a:alpha val="0"/>
              </a:srgbClr>
            </a:solidFill>
            <a:prstDash val="solid"/>
          </a:ln>
        </p:spPr>
      </p:sp>
      <p:sp>
        <p:nvSpPr>
          <p:cNvPr id="34" name="Text 32"/>
          <p:cNvSpPr/>
          <p:nvPr/>
        </p:nvSpPr>
        <p:spPr>
          <a:xfrm>
            <a:off x="4919472" y="1252728"/>
            <a:ext cx="640080" cy="6400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5715000" y="1252728"/>
            <a:ext cx="320040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Accuracy</a:t>
            </a:r>
            <a:endParaRPr lang="en-US" sz="1500" dirty="0"/>
          </a:p>
        </p:txBody>
      </p:sp>
      <p:sp>
        <p:nvSpPr>
          <p:cNvPr id="36" name="Text 34"/>
          <p:cNvSpPr/>
          <p:nvPr/>
        </p:nvSpPr>
        <p:spPr>
          <a:xfrm>
            <a:off x="4919472" y="1764792"/>
            <a:ext cx="3977640" cy="914400"/>
          </a:xfrm>
          <a:prstGeom prst="rect">
            <a:avLst/>
          </a:prstGeom>
          <a:noFill/>
          <a:ln/>
        </p:spPr>
        <p:txBody>
          <a:bodyPr wrap="square" rtlCol="0" anchor="t"/>
          <a:lstStyle/>
          <a:p>
            <a:pPr indent="0" marL="0">
              <a:buNone/>
            </a:pPr>
            <a:r>
              <a:rPr lang="en-US" sz="1100" dirty="0">
                <a:solidFill>
                  <a:srgbClr val="8A9BB8"/>
                </a:solidFill>
                <a:latin typeface="Calibri" pitchFamily="34" charset="0"/>
                <a:ea typeface="Calibri" pitchFamily="34" charset="-122"/>
                <a:cs typeface="Calibri" pitchFamily="34" charset="-120"/>
              </a:rPr>
              <a:t>Automated eligibility checks and form validation reduce manual errors and ensure correct submissions.</a:t>
            </a:r>
            <a:endParaRPr lang="en-US" sz="1100" dirty="0"/>
          </a:p>
        </p:txBody>
      </p:sp>
      <p:sp>
        <p:nvSpPr>
          <p:cNvPr id="37" name="Shape 35"/>
          <p:cNvSpPr/>
          <p:nvPr/>
        </p:nvSpPr>
        <p:spPr>
          <a:xfrm>
            <a:off x="274320" y="2971800"/>
            <a:ext cx="4297680" cy="1737360"/>
          </a:xfrm>
          <a:prstGeom prst="rect">
            <a:avLst/>
          </a:prstGeom>
          <a:solidFill>
            <a:srgbClr val="0F2040"/>
          </a:solidFill>
          <a:ln w="12700">
            <a:solidFill>
              <a:srgbClr val="FF6B00"/>
            </a:solidFill>
            <a:prstDash val="solid"/>
          </a:ln>
        </p:spPr>
      </p:sp>
      <p:sp>
        <p:nvSpPr>
          <p:cNvPr id="38" name="Shape 36"/>
          <p:cNvSpPr/>
          <p:nvPr/>
        </p:nvSpPr>
        <p:spPr>
          <a:xfrm>
            <a:off x="438912" y="3172968"/>
            <a:ext cx="640080" cy="640080"/>
          </a:xfrm>
          <a:prstGeom prst="ellipse">
            <a:avLst/>
          </a:prstGeom>
          <a:solidFill>
            <a:srgbClr val="FF6B00"/>
          </a:solidFill>
          <a:ln w="12700">
            <a:solidFill>
              <a:srgbClr val="FF6B00">
                <a:alpha val="0"/>
              </a:srgbClr>
            </a:solidFill>
            <a:prstDash val="solid"/>
          </a:ln>
        </p:spPr>
      </p:sp>
      <p:sp>
        <p:nvSpPr>
          <p:cNvPr id="39" name="Text 37"/>
          <p:cNvSpPr/>
          <p:nvPr/>
        </p:nvSpPr>
        <p:spPr>
          <a:xfrm>
            <a:off x="438912" y="3172968"/>
            <a:ext cx="640080" cy="6400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0" name="Text 38"/>
          <p:cNvSpPr/>
          <p:nvPr/>
        </p:nvSpPr>
        <p:spPr>
          <a:xfrm>
            <a:off x="1234440" y="3172968"/>
            <a:ext cx="320040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User Convenience</a:t>
            </a:r>
            <a:endParaRPr lang="en-US" sz="1500" dirty="0"/>
          </a:p>
        </p:txBody>
      </p:sp>
      <p:sp>
        <p:nvSpPr>
          <p:cNvPr id="41" name="Text 39"/>
          <p:cNvSpPr/>
          <p:nvPr/>
        </p:nvSpPr>
        <p:spPr>
          <a:xfrm>
            <a:off x="438912" y="3685032"/>
            <a:ext cx="3977640" cy="914400"/>
          </a:xfrm>
          <a:prstGeom prst="rect">
            <a:avLst/>
          </a:prstGeom>
          <a:noFill/>
          <a:ln/>
        </p:spPr>
        <p:txBody>
          <a:bodyPr wrap="square" rtlCol="0" anchor="t"/>
          <a:lstStyle/>
          <a:p>
            <a:pPr indent="0" marL="0">
              <a:buNone/>
            </a:pPr>
            <a:r>
              <a:rPr lang="en-US" sz="1100" dirty="0">
                <a:solidFill>
                  <a:srgbClr val="8A9BB8"/>
                </a:solidFill>
                <a:latin typeface="Calibri" pitchFamily="34" charset="0"/>
                <a:ea typeface="Calibri" pitchFamily="34" charset="-122"/>
                <a:cs typeface="Calibri" pitchFamily="34" charset="-120"/>
              </a:rPr>
              <a:t>Citizens can apply, pay, schedule tests, track status, and download certificates from one platform.</a:t>
            </a:r>
            <a:endParaRPr lang="en-US" sz="1100" dirty="0"/>
          </a:p>
        </p:txBody>
      </p:sp>
      <p:sp>
        <p:nvSpPr>
          <p:cNvPr id="42" name="Shape 40"/>
          <p:cNvSpPr/>
          <p:nvPr/>
        </p:nvSpPr>
        <p:spPr>
          <a:xfrm>
            <a:off x="4754880" y="2971800"/>
            <a:ext cx="4297680" cy="1737360"/>
          </a:xfrm>
          <a:prstGeom prst="rect">
            <a:avLst/>
          </a:prstGeom>
          <a:solidFill>
            <a:srgbClr val="0F2040"/>
          </a:solidFill>
          <a:ln w="12700">
            <a:solidFill>
              <a:srgbClr val="138808"/>
            </a:solidFill>
            <a:prstDash val="solid"/>
          </a:ln>
        </p:spPr>
      </p:sp>
      <p:sp>
        <p:nvSpPr>
          <p:cNvPr id="43" name="Shape 41"/>
          <p:cNvSpPr/>
          <p:nvPr/>
        </p:nvSpPr>
        <p:spPr>
          <a:xfrm>
            <a:off x="4919472" y="3172968"/>
            <a:ext cx="640080" cy="640080"/>
          </a:xfrm>
          <a:prstGeom prst="ellipse">
            <a:avLst/>
          </a:prstGeom>
          <a:solidFill>
            <a:srgbClr val="138808"/>
          </a:solidFill>
          <a:ln w="12700">
            <a:solidFill>
              <a:srgbClr val="138808">
                <a:alpha val="0"/>
              </a:srgbClr>
            </a:solidFill>
            <a:prstDash val="solid"/>
          </a:ln>
        </p:spPr>
      </p:sp>
      <p:sp>
        <p:nvSpPr>
          <p:cNvPr id="44" name="Text 42"/>
          <p:cNvSpPr/>
          <p:nvPr/>
        </p:nvSpPr>
        <p:spPr>
          <a:xfrm>
            <a:off x="4919472" y="3172968"/>
            <a:ext cx="640080" cy="6400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5" name="Text 43"/>
          <p:cNvSpPr/>
          <p:nvPr/>
        </p:nvSpPr>
        <p:spPr>
          <a:xfrm>
            <a:off x="5715000" y="3172968"/>
            <a:ext cx="320040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Gov-Tech Impact</a:t>
            </a:r>
            <a:endParaRPr lang="en-US" sz="1500" dirty="0"/>
          </a:p>
        </p:txBody>
      </p:sp>
      <p:sp>
        <p:nvSpPr>
          <p:cNvPr id="46" name="Text 44"/>
          <p:cNvSpPr/>
          <p:nvPr/>
        </p:nvSpPr>
        <p:spPr>
          <a:xfrm>
            <a:off x="4919472" y="3685032"/>
            <a:ext cx="3977640" cy="914400"/>
          </a:xfrm>
          <a:prstGeom prst="rect">
            <a:avLst/>
          </a:prstGeom>
          <a:noFill/>
          <a:ln/>
        </p:spPr>
        <p:txBody>
          <a:bodyPr wrap="square" rtlCol="0" anchor="t"/>
          <a:lstStyle/>
          <a:p>
            <a:pPr indent="0" marL="0">
              <a:buNone/>
            </a:pPr>
            <a:r>
              <a:rPr lang="en-US" sz="1100" dirty="0">
                <a:solidFill>
                  <a:srgbClr val="8A9BB8"/>
                </a:solidFill>
                <a:latin typeface="Calibri" pitchFamily="34" charset="0"/>
                <a:ea typeface="Calibri" pitchFamily="34" charset="-122"/>
                <a:cs typeface="Calibri" pitchFamily="34" charset="-120"/>
              </a:rPr>
              <a:t>Demonstrates how modern web technologies (React, Node, REST APIs) can modernize essential government services.</a:t>
            </a:r>
            <a:endParaRPr lang="en-US" sz="1100" dirty="0"/>
          </a:p>
        </p:txBody>
      </p:sp>
      <p:sp>
        <p:nvSpPr>
          <p:cNvPr id="47" name="Shape 45"/>
          <p:cNvSpPr/>
          <p:nvPr/>
        </p:nvSpPr>
        <p:spPr>
          <a:xfrm>
            <a:off x="274320" y="4846320"/>
            <a:ext cx="8595360" cy="201168"/>
          </a:xfrm>
          <a:prstGeom prst="rect">
            <a:avLst/>
          </a:prstGeom>
          <a:solidFill>
            <a:srgbClr val="0F2040"/>
          </a:solidFill>
          <a:ln w="12700">
            <a:solidFill>
              <a:srgbClr val="0F2040">
                <a:alpha val="0"/>
              </a:srgbClr>
            </a:solidFill>
            <a:prstDash val="solid"/>
          </a:ln>
        </p:spPr>
      </p:sp>
      <p:sp>
        <p:nvSpPr>
          <p:cNvPr id="48" name="Text 46"/>
          <p:cNvSpPr/>
          <p:nvPr/>
        </p:nvSpPr>
        <p:spPr>
          <a:xfrm>
            <a:off x="365760" y="4855464"/>
            <a:ext cx="8412480" cy="182880"/>
          </a:xfrm>
          <a:prstGeom prst="rect">
            <a:avLst/>
          </a:prstGeom>
          <a:noFill/>
          <a:ln/>
        </p:spPr>
        <p:txBody>
          <a:bodyPr wrap="square" rtlCol="0" anchor="ctr"/>
          <a:lstStyle/>
          <a:p>
            <a:pPr algn="ctr" indent="0" marL="0">
              <a:buNone/>
            </a:pPr>
            <a:r>
              <a:rPr lang="en-US" sz="900" dirty="0">
                <a:solidFill>
                  <a:srgbClr val="F4F7FC"/>
                </a:solidFill>
                <a:latin typeface="Calibri" pitchFamily="34" charset="0"/>
                <a:ea typeface="Calibri" pitchFamily="34" charset="-122"/>
                <a:cs typeface="Calibri" pitchFamily="34" charset="-120"/>
              </a:rPr>
              <a:t>The MeeSeva Driving Licence Portal proves that citizen-centric digital transformation of government services is achievable, scalable, and impactful.</a:t>
            </a:r>
            <a:endParaRPr lang="en-US" sz="900" dirty="0"/>
          </a:p>
        </p:txBody>
      </p:sp>
      <p:sp>
        <p:nvSpPr>
          <p:cNvPr id="49" name="Shape 47"/>
          <p:cNvSpPr/>
          <p:nvPr/>
        </p:nvSpPr>
        <p:spPr>
          <a:xfrm>
            <a:off x="0" y="5074920"/>
            <a:ext cx="3044952" cy="64008"/>
          </a:xfrm>
          <a:prstGeom prst="rect">
            <a:avLst/>
          </a:prstGeom>
          <a:solidFill>
            <a:srgbClr val="FF6B00"/>
          </a:solidFill>
          <a:ln w="12700">
            <a:solidFill>
              <a:srgbClr val="FF6B00">
                <a:alpha val="0"/>
              </a:srgbClr>
            </a:solidFill>
            <a:prstDash val="solid"/>
          </a:ln>
        </p:spPr>
      </p:sp>
      <p:sp>
        <p:nvSpPr>
          <p:cNvPr id="50" name="Shape 48"/>
          <p:cNvSpPr/>
          <p:nvPr/>
        </p:nvSpPr>
        <p:spPr>
          <a:xfrm>
            <a:off x="3044952" y="5074920"/>
            <a:ext cx="3044952" cy="64008"/>
          </a:xfrm>
          <a:prstGeom prst="rect">
            <a:avLst/>
          </a:prstGeom>
          <a:solidFill>
            <a:srgbClr val="FFFFFF"/>
          </a:solidFill>
          <a:ln w="12700">
            <a:solidFill>
              <a:srgbClr val="FFFFFF">
                <a:alpha val="0"/>
              </a:srgbClr>
            </a:solidFill>
            <a:prstDash val="solid"/>
          </a:ln>
        </p:spPr>
      </p:sp>
      <p:sp>
        <p:nvSpPr>
          <p:cNvPr id="51" name="Shape 49"/>
          <p:cNvSpPr/>
          <p:nvPr/>
        </p:nvSpPr>
        <p:spPr>
          <a:xfrm>
            <a:off x="6099048" y="5074920"/>
            <a:ext cx="3044952" cy="64008"/>
          </a:xfrm>
          <a:prstGeom prst="rect">
            <a:avLst/>
          </a:prstGeom>
          <a:solidFill>
            <a:srgbClr val="138808"/>
          </a:solidFill>
          <a:ln w="12700">
            <a:solidFill>
              <a:srgbClr val="138808">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FF6B00">
                <a:alpha val="6000"/>
              </a:srgbClr>
            </a:solidFill>
            <a:prstDash val="solid"/>
          </a:ln>
        </p:spPr>
      </p:sp>
      <p:sp>
        <p:nvSpPr>
          <p:cNvPr id="3" name="Shape 1"/>
          <p:cNvSpPr/>
          <p:nvPr/>
        </p:nvSpPr>
        <p:spPr>
          <a:xfrm>
            <a:off x="0" y="0"/>
            <a:ext cx="9144000" cy="0"/>
          </a:xfrm>
          <a:prstGeom prst="line">
            <a:avLst/>
          </a:prstGeom>
          <a:noFill/>
          <a:ln w="3810">
            <a:solidFill>
              <a:srgbClr val="FF6B00">
                <a:alpha val="6000"/>
              </a:srgbClr>
            </a:solidFill>
            <a:prstDash val="solid"/>
          </a:ln>
        </p:spPr>
      </p:sp>
      <p:sp>
        <p:nvSpPr>
          <p:cNvPr id="4" name="Shape 2"/>
          <p:cNvSpPr/>
          <p:nvPr/>
        </p:nvSpPr>
        <p:spPr>
          <a:xfrm>
            <a:off x="457200" y="0"/>
            <a:ext cx="0" cy="5143500"/>
          </a:xfrm>
          <a:prstGeom prst="line">
            <a:avLst/>
          </a:prstGeom>
          <a:noFill/>
          <a:ln w="3810">
            <a:solidFill>
              <a:srgbClr val="FF6B00">
                <a:alpha val="6000"/>
              </a:srgbClr>
            </a:solidFill>
            <a:prstDash val="solid"/>
          </a:ln>
        </p:spPr>
      </p:sp>
      <p:sp>
        <p:nvSpPr>
          <p:cNvPr id="5" name="Shape 3"/>
          <p:cNvSpPr/>
          <p:nvPr/>
        </p:nvSpPr>
        <p:spPr>
          <a:xfrm>
            <a:off x="0" y="457200"/>
            <a:ext cx="9144000" cy="0"/>
          </a:xfrm>
          <a:prstGeom prst="line">
            <a:avLst/>
          </a:prstGeom>
          <a:noFill/>
          <a:ln w="3810">
            <a:solidFill>
              <a:srgbClr val="FF6B00">
                <a:alpha val="6000"/>
              </a:srgbClr>
            </a:solidFill>
            <a:prstDash val="solid"/>
          </a:ln>
        </p:spPr>
      </p:sp>
      <p:sp>
        <p:nvSpPr>
          <p:cNvPr id="6" name="Shape 4"/>
          <p:cNvSpPr/>
          <p:nvPr/>
        </p:nvSpPr>
        <p:spPr>
          <a:xfrm>
            <a:off x="914400" y="0"/>
            <a:ext cx="0" cy="5143500"/>
          </a:xfrm>
          <a:prstGeom prst="line">
            <a:avLst/>
          </a:prstGeom>
          <a:noFill/>
          <a:ln w="3810">
            <a:solidFill>
              <a:srgbClr val="FF6B00">
                <a:alpha val="6000"/>
              </a:srgbClr>
            </a:solidFill>
            <a:prstDash val="solid"/>
          </a:ln>
        </p:spPr>
      </p:sp>
      <p:sp>
        <p:nvSpPr>
          <p:cNvPr id="7" name="Shape 5"/>
          <p:cNvSpPr/>
          <p:nvPr/>
        </p:nvSpPr>
        <p:spPr>
          <a:xfrm>
            <a:off x="0" y="914400"/>
            <a:ext cx="9144000" cy="0"/>
          </a:xfrm>
          <a:prstGeom prst="line">
            <a:avLst/>
          </a:prstGeom>
          <a:noFill/>
          <a:ln w="3810">
            <a:solidFill>
              <a:srgbClr val="FF6B00">
                <a:alpha val="6000"/>
              </a:srgbClr>
            </a:solidFill>
            <a:prstDash val="solid"/>
          </a:ln>
        </p:spPr>
      </p:sp>
      <p:sp>
        <p:nvSpPr>
          <p:cNvPr id="8" name="Shape 6"/>
          <p:cNvSpPr/>
          <p:nvPr/>
        </p:nvSpPr>
        <p:spPr>
          <a:xfrm>
            <a:off x="1371600" y="0"/>
            <a:ext cx="0" cy="5143500"/>
          </a:xfrm>
          <a:prstGeom prst="line">
            <a:avLst/>
          </a:prstGeom>
          <a:noFill/>
          <a:ln w="3810">
            <a:solidFill>
              <a:srgbClr val="FF6B00">
                <a:alpha val="6000"/>
              </a:srgbClr>
            </a:solidFill>
            <a:prstDash val="solid"/>
          </a:ln>
        </p:spPr>
      </p:sp>
      <p:sp>
        <p:nvSpPr>
          <p:cNvPr id="9" name="Shape 7"/>
          <p:cNvSpPr/>
          <p:nvPr/>
        </p:nvSpPr>
        <p:spPr>
          <a:xfrm>
            <a:off x="0" y="1371600"/>
            <a:ext cx="9144000" cy="0"/>
          </a:xfrm>
          <a:prstGeom prst="line">
            <a:avLst/>
          </a:prstGeom>
          <a:noFill/>
          <a:ln w="3810">
            <a:solidFill>
              <a:srgbClr val="FF6B00">
                <a:alpha val="6000"/>
              </a:srgbClr>
            </a:solidFill>
            <a:prstDash val="solid"/>
          </a:ln>
        </p:spPr>
      </p:sp>
      <p:sp>
        <p:nvSpPr>
          <p:cNvPr id="10" name="Shape 8"/>
          <p:cNvSpPr/>
          <p:nvPr/>
        </p:nvSpPr>
        <p:spPr>
          <a:xfrm>
            <a:off x="1828800" y="0"/>
            <a:ext cx="0" cy="5143500"/>
          </a:xfrm>
          <a:prstGeom prst="line">
            <a:avLst/>
          </a:prstGeom>
          <a:noFill/>
          <a:ln w="3810">
            <a:solidFill>
              <a:srgbClr val="FF6B00">
                <a:alpha val="6000"/>
              </a:srgbClr>
            </a:solidFill>
            <a:prstDash val="solid"/>
          </a:ln>
        </p:spPr>
      </p:sp>
      <p:sp>
        <p:nvSpPr>
          <p:cNvPr id="11" name="Shape 9"/>
          <p:cNvSpPr/>
          <p:nvPr/>
        </p:nvSpPr>
        <p:spPr>
          <a:xfrm>
            <a:off x="0" y="1828800"/>
            <a:ext cx="9144000" cy="0"/>
          </a:xfrm>
          <a:prstGeom prst="line">
            <a:avLst/>
          </a:prstGeom>
          <a:noFill/>
          <a:ln w="3810">
            <a:solidFill>
              <a:srgbClr val="FF6B00">
                <a:alpha val="6000"/>
              </a:srgbClr>
            </a:solidFill>
            <a:prstDash val="solid"/>
          </a:ln>
        </p:spPr>
      </p:sp>
      <p:sp>
        <p:nvSpPr>
          <p:cNvPr id="12" name="Shape 10"/>
          <p:cNvSpPr/>
          <p:nvPr/>
        </p:nvSpPr>
        <p:spPr>
          <a:xfrm>
            <a:off x="2286000" y="0"/>
            <a:ext cx="0" cy="5143500"/>
          </a:xfrm>
          <a:prstGeom prst="line">
            <a:avLst/>
          </a:prstGeom>
          <a:noFill/>
          <a:ln w="3810">
            <a:solidFill>
              <a:srgbClr val="FF6B00">
                <a:alpha val="6000"/>
              </a:srgbClr>
            </a:solidFill>
            <a:prstDash val="solid"/>
          </a:ln>
        </p:spPr>
      </p:sp>
      <p:sp>
        <p:nvSpPr>
          <p:cNvPr id="13" name="Shape 11"/>
          <p:cNvSpPr/>
          <p:nvPr/>
        </p:nvSpPr>
        <p:spPr>
          <a:xfrm>
            <a:off x="0" y="2286000"/>
            <a:ext cx="9144000" cy="0"/>
          </a:xfrm>
          <a:prstGeom prst="line">
            <a:avLst/>
          </a:prstGeom>
          <a:noFill/>
          <a:ln w="3810">
            <a:solidFill>
              <a:srgbClr val="FF6B00">
                <a:alpha val="6000"/>
              </a:srgbClr>
            </a:solidFill>
            <a:prstDash val="solid"/>
          </a:ln>
        </p:spPr>
      </p:sp>
      <p:sp>
        <p:nvSpPr>
          <p:cNvPr id="14" name="Shape 12"/>
          <p:cNvSpPr/>
          <p:nvPr/>
        </p:nvSpPr>
        <p:spPr>
          <a:xfrm>
            <a:off x="2743200" y="0"/>
            <a:ext cx="0" cy="5143500"/>
          </a:xfrm>
          <a:prstGeom prst="line">
            <a:avLst/>
          </a:prstGeom>
          <a:noFill/>
          <a:ln w="3810">
            <a:solidFill>
              <a:srgbClr val="FF6B00">
                <a:alpha val="6000"/>
              </a:srgbClr>
            </a:solidFill>
            <a:prstDash val="solid"/>
          </a:ln>
        </p:spPr>
      </p:sp>
      <p:sp>
        <p:nvSpPr>
          <p:cNvPr id="15" name="Shape 13"/>
          <p:cNvSpPr/>
          <p:nvPr/>
        </p:nvSpPr>
        <p:spPr>
          <a:xfrm>
            <a:off x="0" y="2743200"/>
            <a:ext cx="9144000" cy="0"/>
          </a:xfrm>
          <a:prstGeom prst="line">
            <a:avLst/>
          </a:prstGeom>
          <a:noFill/>
          <a:ln w="3810">
            <a:solidFill>
              <a:srgbClr val="FF6B00">
                <a:alpha val="6000"/>
              </a:srgbClr>
            </a:solidFill>
            <a:prstDash val="solid"/>
          </a:ln>
        </p:spPr>
      </p:sp>
      <p:sp>
        <p:nvSpPr>
          <p:cNvPr id="16" name="Shape 14"/>
          <p:cNvSpPr/>
          <p:nvPr/>
        </p:nvSpPr>
        <p:spPr>
          <a:xfrm>
            <a:off x="3200400" y="0"/>
            <a:ext cx="0" cy="5143500"/>
          </a:xfrm>
          <a:prstGeom prst="line">
            <a:avLst/>
          </a:prstGeom>
          <a:noFill/>
          <a:ln w="3810">
            <a:solidFill>
              <a:srgbClr val="FF6B00">
                <a:alpha val="6000"/>
              </a:srgbClr>
            </a:solidFill>
            <a:prstDash val="solid"/>
          </a:ln>
        </p:spPr>
      </p:sp>
      <p:sp>
        <p:nvSpPr>
          <p:cNvPr id="17" name="Shape 15"/>
          <p:cNvSpPr/>
          <p:nvPr/>
        </p:nvSpPr>
        <p:spPr>
          <a:xfrm>
            <a:off x="0" y="3200400"/>
            <a:ext cx="9144000" cy="0"/>
          </a:xfrm>
          <a:prstGeom prst="line">
            <a:avLst/>
          </a:prstGeom>
          <a:noFill/>
          <a:ln w="3810">
            <a:solidFill>
              <a:srgbClr val="FF6B00">
                <a:alpha val="6000"/>
              </a:srgbClr>
            </a:solidFill>
            <a:prstDash val="solid"/>
          </a:ln>
        </p:spPr>
      </p:sp>
      <p:sp>
        <p:nvSpPr>
          <p:cNvPr id="18" name="Shape 16"/>
          <p:cNvSpPr/>
          <p:nvPr/>
        </p:nvSpPr>
        <p:spPr>
          <a:xfrm>
            <a:off x="3657600" y="0"/>
            <a:ext cx="0" cy="5143500"/>
          </a:xfrm>
          <a:prstGeom prst="line">
            <a:avLst/>
          </a:prstGeom>
          <a:noFill/>
          <a:ln w="3810">
            <a:solidFill>
              <a:srgbClr val="FF6B00">
                <a:alpha val="6000"/>
              </a:srgbClr>
            </a:solidFill>
            <a:prstDash val="solid"/>
          </a:ln>
        </p:spPr>
      </p:sp>
      <p:sp>
        <p:nvSpPr>
          <p:cNvPr id="19" name="Shape 17"/>
          <p:cNvSpPr/>
          <p:nvPr/>
        </p:nvSpPr>
        <p:spPr>
          <a:xfrm>
            <a:off x="0" y="3657600"/>
            <a:ext cx="9144000" cy="0"/>
          </a:xfrm>
          <a:prstGeom prst="line">
            <a:avLst/>
          </a:prstGeom>
          <a:noFill/>
          <a:ln w="3810">
            <a:solidFill>
              <a:srgbClr val="FF6B00">
                <a:alpha val="6000"/>
              </a:srgbClr>
            </a:solidFill>
            <a:prstDash val="solid"/>
          </a:ln>
        </p:spPr>
      </p:sp>
      <p:sp>
        <p:nvSpPr>
          <p:cNvPr id="20" name="Shape 18"/>
          <p:cNvSpPr/>
          <p:nvPr/>
        </p:nvSpPr>
        <p:spPr>
          <a:xfrm>
            <a:off x="4114800" y="0"/>
            <a:ext cx="0" cy="5143500"/>
          </a:xfrm>
          <a:prstGeom prst="line">
            <a:avLst/>
          </a:prstGeom>
          <a:noFill/>
          <a:ln w="3810">
            <a:solidFill>
              <a:srgbClr val="FF6B00">
                <a:alpha val="6000"/>
              </a:srgbClr>
            </a:solidFill>
            <a:prstDash val="solid"/>
          </a:ln>
        </p:spPr>
      </p:sp>
      <p:sp>
        <p:nvSpPr>
          <p:cNvPr id="21" name="Shape 19"/>
          <p:cNvSpPr/>
          <p:nvPr/>
        </p:nvSpPr>
        <p:spPr>
          <a:xfrm>
            <a:off x="0" y="4114800"/>
            <a:ext cx="9144000" cy="0"/>
          </a:xfrm>
          <a:prstGeom prst="line">
            <a:avLst/>
          </a:prstGeom>
          <a:noFill/>
          <a:ln w="3810">
            <a:solidFill>
              <a:srgbClr val="FF6B00">
                <a:alpha val="6000"/>
              </a:srgbClr>
            </a:solidFill>
            <a:prstDash val="solid"/>
          </a:ln>
        </p:spPr>
      </p:sp>
      <p:sp>
        <p:nvSpPr>
          <p:cNvPr id="22" name="Shape 20"/>
          <p:cNvSpPr/>
          <p:nvPr/>
        </p:nvSpPr>
        <p:spPr>
          <a:xfrm>
            <a:off x="4572000" y="0"/>
            <a:ext cx="0" cy="5143500"/>
          </a:xfrm>
          <a:prstGeom prst="line">
            <a:avLst/>
          </a:prstGeom>
          <a:noFill/>
          <a:ln w="3810">
            <a:solidFill>
              <a:srgbClr val="FF6B00">
                <a:alpha val="6000"/>
              </a:srgbClr>
            </a:solidFill>
            <a:prstDash val="solid"/>
          </a:ln>
        </p:spPr>
      </p:sp>
      <p:sp>
        <p:nvSpPr>
          <p:cNvPr id="23" name="Shape 21"/>
          <p:cNvSpPr/>
          <p:nvPr/>
        </p:nvSpPr>
        <p:spPr>
          <a:xfrm>
            <a:off x="0" y="4572000"/>
            <a:ext cx="9144000" cy="0"/>
          </a:xfrm>
          <a:prstGeom prst="line">
            <a:avLst/>
          </a:prstGeom>
          <a:noFill/>
          <a:ln w="3810">
            <a:solidFill>
              <a:srgbClr val="FF6B00">
                <a:alpha val="6000"/>
              </a:srgbClr>
            </a:solidFill>
            <a:prstDash val="solid"/>
          </a:ln>
        </p:spPr>
      </p:sp>
      <p:sp>
        <p:nvSpPr>
          <p:cNvPr id="24" name="Shape 22"/>
          <p:cNvSpPr/>
          <p:nvPr/>
        </p:nvSpPr>
        <p:spPr>
          <a:xfrm>
            <a:off x="5029200" y="0"/>
            <a:ext cx="0" cy="5143500"/>
          </a:xfrm>
          <a:prstGeom prst="line">
            <a:avLst/>
          </a:prstGeom>
          <a:noFill/>
          <a:ln w="3810">
            <a:solidFill>
              <a:srgbClr val="FF6B00">
                <a:alpha val="6000"/>
              </a:srgbClr>
            </a:solidFill>
            <a:prstDash val="solid"/>
          </a:ln>
        </p:spPr>
      </p:sp>
      <p:sp>
        <p:nvSpPr>
          <p:cNvPr id="25" name="Shape 23"/>
          <p:cNvSpPr/>
          <p:nvPr/>
        </p:nvSpPr>
        <p:spPr>
          <a:xfrm>
            <a:off x="0" y="5029200"/>
            <a:ext cx="9144000" cy="0"/>
          </a:xfrm>
          <a:prstGeom prst="line">
            <a:avLst/>
          </a:prstGeom>
          <a:noFill/>
          <a:ln w="3810">
            <a:solidFill>
              <a:srgbClr val="FF6B00">
                <a:alpha val="6000"/>
              </a:srgbClr>
            </a:solidFill>
            <a:prstDash val="solid"/>
          </a:ln>
        </p:spPr>
      </p:sp>
      <p:sp>
        <p:nvSpPr>
          <p:cNvPr id="26" name="Shape 24"/>
          <p:cNvSpPr/>
          <p:nvPr/>
        </p:nvSpPr>
        <p:spPr>
          <a:xfrm>
            <a:off x="5486400" y="0"/>
            <a:ext cx="0" cy="5143500"/>
          </a:xfrm>
          <a:prstGeom prst="line">
            <a:avLst/>
          </a:prstGeom>
          <a:noFill/>
          <a:ln w="3810">
            <a:solidFill>
              <a:srgbClr val="FF6B00">
                <a:alpha val="6000"/>
              </a:srgbClr>
            </a:solidFill>
            <a:prstDash val="solid"/>
          </a:ln>
        </p:spPr>
      </p:sp>
      <p:sp>
        <p:nvSpPr>
          <p:cNvPr id="27" name="Shape 25"/>
          <p:cNvSpPr/>
          <p:nvPr/>
        </p:nvSpPr>
        <p:spPr>
          <a:xfrm>
            <a:off x="0" y="5486400"/>
            <a:ext cx="9144000" cy="0"/>
          </a:xfrm>
          <a:prstGeom prst="line">
            <a:avLst/>
          </a:prstGeom>
          <a:noFill/>
          <a:ln w="3810">
            <a:solidFill>
              <a:srgbClr val="FF6B00">
                <a:alpha val="6000"/>
              </a:srgbClr>
            </a:solidFill>
            <a:prstDash val="solid"/>
          </a:ln>
        </p:spPr>
      </p:sp>
      <p:sp>
        <p:nvSpPr>
          <p:cNvPr id="28" name="Shape 26"/>
          <p:cNvSpPr/>
          <p:nvPr/>
        </p:nvSpPr>
        <p:spPr>
          <a:xfrm>
            <a:off x="5943600" y="0"/>
            <a:ext cx="0" cy="5143500"/>
          </a:xfrm>
          <a:prstGeom prst="line">
            <a:avLst/>
          </a:prstGeom>
          <a:noFill/>
          <a:ln w="3810">
            <a:solidFill>
              <a:srgbClr val="FF6B00">
                <a:alpha val="6000"/>
              </a:srgbClr>
            </a:solidFill>
            <a:prstDash val="solid"/>
          </a:ln>
        </p:spPr>
      </p:sp>
      <p:sp>
        <p:nvSpPr>
          <p:cNvPr id="29" name="Shape 27"/>
          <p:cNvSpPr/>
          <p:nvPr/>
        </p:nvSpPr>
        <p:spPr>
          <a:xfrm>
            <a:off x="0" y="5943600"/>
            <a:ext cx="9144000" cy="0"/>
          </a:xfrm>
          <a:prstGeom prst="line">
            <a:avLst/>
          </a:prstGeom>
          <a:noFill/>
          <a:ln w="3810">
            <a:solidFill>
              <a:srgbClr val="FF6B00">
                <a:alpha val="6000"/>
              </a:srgbClr>
            </a:solidFill>
            <a:prstDash val="solid"/>
          </a:ln>
        </p:spPr>
      </p:sp>
      <p:sp>
        <p:nvSpPr>
          <p:cNvPr id="30" name="Shape 28"/>
          <p:cNvSpPr/>
          <p:nvPr/>
        </p:nvSpPr>
        <p:spPr>
          <a:xfrm>
            <a:off x="6400800" y="0"/>
            <a:ext cx="0" cy="5143500"/>
          </a:xfrm>
          <a:prstGeom prst="line">
            <a:avLst/>
          </a:prstGeom>
          <a:noFill/>
          <a:ln w="3810">
            <a:solidFill>
              <a:srgbClr val="FF6B00">
                <a:alpha val="6000"/>
              </a:srgbClr>
            </a:solidFill>
            <a:prstDash val="solid"/>
          </a:ln>
        </p:spPr>
      </p:sp>
      <p:sp>
        <p:nvSpPr>
          <p:cNvPr id="31" name="Shape 29"/>
          <p:cNvSpPr/>
          <p:nvPr/>
        </p:nvSpPr>
        <p:spPr>
          <a:xfrm>
            <a:off x="0" y="6400800"/>
            <a:ext cx="9144000" cy="0"/>
          </a:xfrm>
          <a:prstGeom prst="line">
            <a:avLst/>
          </a:prstGeom>
          <a:noFill/>
          <a:ln w="3810">
            <a:solidFill>
              <a:srgbClr val="FF6B00">
                <a:alpha val="6000"/>
              </a:srgbClr>
            </a:solidFill>
            <a:prstDash val="solid"/>
          </a:ln>
        </p:spPr>
      </p:sp>
      <p:sp>
        <p:nvSpPr>
          <p:cNvPr id="32" name="Shape 30"/>
          <p:cNvSpPr/>
          <p:nvPr/>
        </p:nvSpPr>
        <p:spPr>
          <a:xfrm>
            <a:off x="6858000" y="0"/>
            <a:ext cx="0" cy="5143500"/>
          </a:xfrm>
          <a:prstGeom prst="line">
            <a:avLst/>
          </a:prstGeom>
          <a:noFill/>
          <a:ln w="3810">
            <a:solidFill>
              <a:srgbClr val="FF6B00">
                <a:alpha val="6000"/>
              </a:srgbClr>
            </a:solidFill>
            <a:prstDash val="solid"/>
          </a:ln>
        </p:spPr>
      </p:sp>
      <p:sp>
        <p:nvSpPr>
          <p:cNvPr id="33" name="Shape 31"/>
          <p:cNvSpPr/>
          <p:nvPr/>
        </p:nvSpPr>
        <p:spPr>
          <a:xfrm>
            <a:off x="0" y="6858000"/>
            <a:ext cx="9144000" cy="0"/>
          </a:xfrm>
          <a:prstGeom prst="line">
            <a:avLst/>
          </a:prstGeom>
          <a:noFill/>
          <a:ln w="3810">
            <a:solidFill>
              <a:srgbClr val="FF6B00">
                <a:alpha val="6000"/>
              </a:srgbClr>
            </a:solidFill>
            <a:prstDash val="solid"/>
          </a:ln>
        </p:spPr>
      </p:sp>
      <p:sp>
        <p:nvSpPr>
          <p:cNvPr id="34" name="Shape 32"/>
          <p:cNvSpPr/>
          <p:nvPr/>
        </p:nvSpPr>
        <p:spPr>
          <a:xfrm>
            <a:off x="7315200" y="0"/>
            <a:ext cx="0" cy="5143500"/>
          </a:xfrm>
          <a:prstGeom prst="line">
            <a:avLst/>
          </a:prstGeom>
          <a:noFill/>
          <a:ln w="3810">
            <a:solidFill>
              <a:srgbClr val="FF6B00">
                <a:alpha val="6000"/>
              </a:srgbClr>
            </a:solidFill>
            <a:prstDash val="solid"/>
          </a:ln>
        </p:spPr>
      </p:sp>
      <p:sp>
        <p:nvSpPr>
          <p:cNvPr id="35" name="Shape 33"/>
          <p:cNvSpPr/>
          <p:nvPr/>
        </p:nvSpPr>
        <p:spPr>
          <a:xfrm>
            <a:off x="0" y="7315200"/>
            <a:ext cx="9144000" cy="0"/>
          </a:xfrm>
          <a:prstGeom prst="line">
            <a:avLst/>
          </a:prstGeom>
          <a:noFill/>
          <a:ln w="3810">
            <a:solidFill>
              <a:srgbClr val="FF6B00">
                <a:alpha val="6000"/>
              </a:srgbClr>
            </a:solidFill>
            <a:prstDash val="solid"/>
          </a:ln>
        </p:spPr>
      </p:sp>
      <p:sp>
        <p:nvSpPr>
          <p:cNvPr id="36" name="Shape 34"/>
          <p:cNvSpPr/>
          <p:nvPr/>
        </p:nvSpPr>
        <p:spPr>
          <a:xfrm>
            <a:off x="7772400" y="0"/>
            <a:ext cx="0" cy="5143500"/>
          </a:xfrm>
          <a:prstGeom prst="line">
            <a:avLst/>
          </a:prstGeom>
          <a:noFill/>
          <a:ln w="3810">
            <a:solidFill>
              <a:srgbClr val="FF6B00">
                <a:alpha val="6000"/>
              </a:srgbClr>
            </a:solidFill>
            <a:prstDash val="solid"/>
          </a:ln>
        </p:spPr>
      </p:sp>
      <p:sp>
        <p:nvSpPr>
          <p:cNvPr id="37" name="Shape 35"/>
          <p:cNvSpPr/>
          <p:nvPr/>
        </p:nvSpPr>
        <p:spPr>
          <a:xfrm>
            <a:off x="0" y="7772400"/>
            <a:ext cx="9144000" cy="0"/>
          </a:xfrm>
          <a:prstGeom prst="line">
            <a:avLst/>
          </a:prstGeom>
          <a:noFill/>
          <a:ln w="3810">
            <a:solidFill>
              <a:srgbClr val="FF6B00">
                <a:alpha val="6000"/>
              </a:srgbClr>
            </a:solidFill>
            <a:prstDash val="solid"/>
          </a:ln>
        </p:spPr>
      </p:sp>
      <p:sp>
        <p:nvSpPr>
          <p:cNvPr id="38" name="Shape 36"/>
          <p:cNvSpPr/>
          <p:nvPr/>
        </p:nvSpPr>
        <p:spPr>
          <a:xfrm>
            <a:off x="8229600" y="0"/>
            <a:ext cx="0" cy="5143500"/>
          </a:xfrm>
          <a:prstGeom prst="line">
            <a:avLst/>
          </a:prstGeom>
          <a:noFill/>
          <a:ln w="3810">
            <a:solidFill>
              <a:srgbClr val="FF6B00">
                <a:alpha val="6000"/>
              </a:srgbClr>
            </a:solidFill>
            <a:prstDash val="solid"/>
          </a:ln>
        </p:spPr>
      </p:sp>
      <p:sp>
        <p:nvSpPr>
          <p:cNvPr id="39" name="Shape 37"/>
          <p:cNvSpPr/>
          <p:nvPr/>
        </p:nvSpPr>
        <p:spPr>
          <a:xfrm>
            <a:off x="0" y="8229600"/>
            <a:ext cx="9144000" cy="0"/>
          </a:xfrm>
          <a:prstGeom prst="line">
            <a:avLst/>
          </a:prstGeom>
          <a:noFill/>
          <a:ln w="3810">
            <a:solidFill>
              <a:srgbClr val="FF6B00">
                <a:alpha val="6000"/>
              </a:srgbClr>
            </a:solidFill>
            <a:prstDash val="solid"/>
          </a:ln>
        </p:spPr>
      </p:sp>
      <p:sp>
        <p:nvSpPr>
          <p:cNvPr id="40" name="Shape 38"/>
          <p:cNvSpPr/>
          <p:nvPr/>
        </p:nvSpPr>
        <p:spPr>
          <a:xfrm>
            <a:off x="8686800" y="0"/>
            <a:ext cx="0" cy="5143500"/>
          </a:xfrm>
          <a:prstGeom prst="line">
            <a:avLst/>
          </a:prstGeom>
          <a:noFill/>
          <a:ln w="3810">
            <a:solidFill>
              <a:srgbClr val="FF6B00">
                <a:alpha val="6000"/>
              </a:srgbClr>
            </a:solidFill>
            <a:prstDash val="solid"/>
          </a:ln>
        </p:spPr>
      </p:sp>
      <p:sp>
        <p:nvSpPr>
          <p:cNvPr id="41" name="Shape 39"/>
          <p:cNvSpPr/>
          <p:nvPr/>
        </p:nvSpPr>
        <p:spPr>
          <a:xfrm>
            <a:off x="0" y="8686800"/>
            <a:ext cx="9144000" cy="0"/>
          </a:xfrm>
          <a:prstGeom prst="line">
            <a:avLst/>
          </a:prstGeom>
          <a:noFill/>
          <a:ln w="3810">
            <a:solidFill>
              <a:srgbClr val="FF6B00">
                <a:alpha val="6000"/>
              </a:srgbClr>
            </a:solidFill>
            <a:prstDash val="solid"/>
          </a:ln>
        </p:spPr>
      </p:sp>
      <p:sp>
        <p:nvSpPr>
          <p:cNvPr id="42" name="Shape 40"/>
          <p:cNvSpPr/>
          <p:nvPr/>
        </p:nvSpPr>
        <p:spPr>
          <a:xfrm>
            <a:off x="9144000" y="0"/>
            <a:ext cx="0" cy="5143500"/>
          </a:xfrm>
          <a:prstGeom prst="line">
            <a:avLst/>
          </a:prstGeom>
          <a:noFill/>
          <a:ln w="3810">
            <a:solidFill>
              <a:srgbClr val="FF6B00">
                <a:alpha val="6000"/>
              </a:srgbClr>
            </a:solidFill>
            <a:prstDash val="solid"/>
          </a:ln>
        </p:spPr>
      </p:sp>
      <p:sp>
        <p:nvSpPr>
          <p:cNvPr id="43" name="Shape 41"/>
          <p:cNvSpPr/>
          <p:nvPr/>
        </p:nvSpPr>
        <p:spPr>
          <a:xfrm>
            <a:off x="0" y="9144000"/>
            <a:ext cx="9144000" cy="0"/>
          </a:xfrm>
          <a:prstGeom prst="line">
            <a:avLst/>
          </a:prstGeom>
          <a:noFill/>
          <a:ln w="3810">
            <a:solidFill>
              <a:srgbClr val="FF6B00">
                <a:alpha val="6000"/>
              </a:srgbClr>
            </a:solidFill>
            <a:prstDash val="solid"/>
          </a:ln>
        </p:spPr>
      </p:sp>
      <p:sp>
        <p:nvSpPr>
          <p:cNvPr id="44" name="Shape 42"/>
          <p:cNvSpPr/>
          <p:nvPr/>
        </p:nvSpPr>
        <p:spPr>
          <a:xfrm>
            <a:off x="9601200" y="0"/>
            <a:ext cx="0" cy="5143500"/>
          </a:xfrm>
          <a:prstGeom prst="line">
            <a:avLst/>
          </a:prstGeom>
          <a:noFill/>
          <a:ln w="3810">
            <a:solidFill>
              <a:srgbClr val="FF6B00">
                <a:alpha val="6000"/>
              </a:srgbClr>
            </a:solidFill>
            <a:prstDash val="solid"/>
          </a:ln>
        </p:spPr>
      </p:sp>
      <p:sp>
        <p:nvSpPr>
          <p:cNvPr id="45" name="Shape 43"/>
          <p:cNvSpPr/>
          <p:nvPr/>
        </p:nvSpPr>
        <p:spPr>
          <a:xfrm>
            <a:off x="0" y="9601200"/>
            <a:ext cx="9144000" cy="0"/>
          </a:xfrm>
          <a:prstGeom prst="line">
            <a:avLst/>
          </a:prstGeom>
          <a:noFill/>
          <a:ln w="3810">
            <a:solidFill>
              <a:srgbClr val="FF6B00">
                <a:alpha val="6000"/>
              </a:srgbClr>
            </a:solidFill>
            <a:prstDash val="solid"/>
          </a:ln>
        </p:spPr>
      </p:sp>
      <p:sp>
        <p:nvSpPr>
          <p:cNvPr id="46" name="Shape 44"/>
          <p:cNvSpPr/>
          <p:nvPr/>
        </p:nvSpPr>
        <p:spPr>
          <a:xfrm>
            <a:off x="1828800" y="457200"/>
            <a:ext cx="5486400" cy="5486400"/>
          </a:xfrm>
          <a:prstGeom prst="ellipse">
            <a:avLst/>
          </a:prstGeom>
          <a:solidFill>
            <a:srgbClr val="FF6B00">
              <a:alpha val="9000"/>
            </a:srgbClr>
          </a:solidFill>
          <a:ln w="12700">
            <a:solidFill>
              <a:srgbClr val="FF6B00">
                <a:alpha val="0"/>
              </a:srgbClr>
            </a:solidFill>
            <a:prstDash val="solid"/>
          </a:ln>
        </p:spPr>
      </p:sp>
      <p:sp>
        <p:nvSpPr>
          <p:cNvPr id="47" name="Shape 45"/>
          <p:cNvSpPr/>
          <p:nvPr/>
        </p:nvSpPr>
        <p:spPr>
          <a:xfrm>
            <a:off x="0" y="0"/>
            <a:ext cx="3044952" cy="64008"/>
          </a:xfrm>
          <a:prstGeom prst="rect">
            <a:avLst/>
          </a:prstGeom>
          <a:solidFill>
            <a:srgbClr val="FF6B00"/>
          </a:solidFill>
          <a:ln w="12700">
            <a:solidFill>
              <a:srgbClr val="FF6B00">
                <a:alpha val="0"/>
              </a:srgbClr>
            </a:solidFill>
            <a:prstDash val="solid"/>
          </a:ln>
        </p:spPr>
      </p:sp>
      <p:sp>
        <p:nvSpPr>
          <p:cNvPr id="48" name="Shape 46"/>
          <p:cNvSpPr/>
          <p:nvPr/>
        </p:nvSpPr>
        <p:spPr>
          <a:xfrm>
            <a:off x="3044952" y="0"/>
            <a:ext cx="3044952" cy="64008"/>
          </a:xfrm>
          <a:prstGeom prst="rect">
            <a:avLst/>
          </a:prstGeom>
          <a:solidFill>
            <a:srgbClr val="FFFFFF"/>
          </a:solidFill>
          <a:ln w="12700">
            <a:solidFill>
              <a:srgbClr val="FFFFFF">
                <a:alpha val="0"/>
              </a:srgbClr>
            </a:solidFill>
            <a:prstDash val="solid"/>
          </a:ln>
        </p:spPr>
      </p:sp>
      <p:sp>
        <p:nvSpPr>
          <p:cNvPr id="49" name="Shape 47"/>
          <p:cNvSpPr/>
          <p:nvPr/>
        </p:nvSpPr>
        <p:spPr>
          <a:xfrm>
            <a:off x="6099048" y="0"/>
            <a:ext cx="3044952" cy="64008"/>
          </a:xfrm>
          <a:prstGeom prst="rect">
            <a:avLst/>
          </a:prstGeom>
          <a:solidFill>
            <a:srgbClr val="138808"/>
          </a:solidFill>
          <a:ln w="12700">
            <a:solidFill>
              <a:srgbClr val="138808">
                <a:alpha val="0"/>
              </a:srgbClr>
            </a:solidFill>
            <a:prstDash val="solid"/>
          </a:ln>
        </p:spPr>
      </p:sp>
      <p:sp>
        <p:nvSpPr>
          <p:cNvPr id="50" name="Text 48"/>
          <p:cNvSpPr/>
          <p:nvPr/>
        </p:nvSpPr>
        <p:spPr>
          <a:xfrm>
            <a:off x="457200" y="731520"/>
            <a:ext cx="8229600" cy="1371600"/>
          </a:xfrm>
          <a:prstGeom prst="rect">
            <a:avLst/>
          </a:prstGeom>
          <a:noFill/>
          <a:ln/>
        </p:spPr>
        <p:txBody>
          <a:bodyPr wrap="square" rtlCol="0" anchor="ctr"/>
          <a:lstStyle/>
          <a:p>
            <a:pPr algn="ctr" indent="0" marL="0">
              <a:buNone/>
            </a:pPr>
            <a:r>
              <a:rPr lang="en-US" sz="6400" b="1" dirty="0">
                <a:solidFill>
                  <a:srgbClr val="FFFFFF"/>
                </a:solidFill>
                <a:latin typeface="Georgia" pitchFamily="34" charset="0"/>
                <a:ea typeface="Georgia" pitchFamily="34" charset="-122"/>
                <a:cs typeface="Georgia" pitchFamily="34" charset="-120"/>
              </a:rPr>
              <a:t>Thank You</a:t>
            </a:r>
            <a:endParaRPr lang="en-US" sz="6400" dirty="0"/>
          </a:p>
        </p:txBody>
      </p:sp>
      <p:sp>
        <p:nvSpPr>
          <p:cNvPr id="51" name="Text 49"/>
          <p:cNvSpPr/>
          <p:nvPr/>
        </p:nvSpPr>
        <p:spPr>
          <a:xfrm>
            <a:off x="914400" y="2148840"/>
            <a:ext cx="7315200" cy="457200"/>
          </a:xfrm>
          <a:prstGeom prst="rect">
            <a:avLst/>
          </a:prstGeom>
          <a:noFill/>
          <a:ln/>
        </p:spPr>
        <p:txBody>
          <a:bodyPr wrap="square" rtlCol="0" anchor="ctr"/>
          <a:lstStyle/>
          <a:p>
            <a:pPr algn="ctr" indent="0" marL="0">
              <a:buNone/>
            </a:pPr>
            <a:r>
              <a:rPr lang="en-US" sz="1800" spc="300" kern="0" dirty="0">
                <a:solidFill>
                  <a:srgbClr val="FF6B00"/>
                </a:solidFill>
                <a:latin typeface="Calibri" pitchFamily="34" charset="0"/>
                <a:ea typeface="Calibri" pitchFamily="34" charset="-122"/>
                <a:cs typeface="Calibri" pitchFamily="34" charset="-120"/>
              </a:rPr>
              <a:t>MeeSeva Driving Licence Portal</a:t>
            </a:r>
            <a:endParaRPr lang="en-US" sz="1800" dirty="0"/>
          </a:p>
        </p:txBody>
      </p:sp>
      <p:sp>
        <p:nvSpPr>
          <p:cNvPr id="52" name="Shape 50"/>
          <p:cNvSpPr/>
          <p:nvPr/>
        </p:nvSpPr>
        <p:spPr>
          <a:xfrm>
            <a:off x="2743200" y="2697480"/>
            <a:ext cx="3657600" cy="0"/>
          </a:xfrm>
          <a:prstGeom prst="line">
            <a:avLst/>
          </a:prstGeom>
          <a:noFill/>
          <a:ln w="12700">
            <a:solidFill>
              <a:srgbClr val="FF6B00"/>
            </a:solidFill>
            <a:prstDash val="solid"/>
          </a:ln>
        </p:spPr>
      </p:sp>
      <p:sp>
        <p:nvSpPr>
          <p:cNvPr id="53" name="Shape 51"/>
          <p:cNvSpPr/>
          <p:nvPr/>
        </p:nvSpPr>
        <p:spPr>
          <a:xfrm>
            <a:off x="1188720" y="2834640"/>
            <a:ext cx="3383280" cy="1600200"/>
          </a:xfrm>
          <a:prstGeom prst="rect">
            <a:avLst/>
          </a:prstGeom>
          <a:solidFill>
            <a:srgbClr val="0F2040"/>
          </a:solidFill>
          <a:ln w="12700">
            <a:solidFill>
              <a:srgbClr val="FF6B00"/>
            </a:solidFill>
            <a:prstDash val="solid"/>
          </a:ln>
        </p:spPr>
      </p:sp>
      <p:sp>
        <p:nvSpPr>
          <p:cNvPr id="54" name="Shape 52"/>
          <p:cNvSpPr/>
          <p:nvPr/>
        </p:nvSpPr>
        <p:spPr>
          <a:xfrm>
            <a:off x="1353312" y="2926080"/>
            <a:ext cx="685800" cy="685800"/>
          </a:xfrm>
          <a:prstGeom prst="ellipse">
            <a:avLst/>
          </a:prstGeom>
          <a:solidFill>
            <a:srgbClr val="FF6B00"/>
          </a:solidFill>
          <a:ln w="12700">
            <a:solidFill>
              <a:srgbClr val="FF6B00">
                <a:alpha val="0"/>
              </a:srgbClr>
            </a:solidFill>
            <a:prstDash val="solid"/>
          </a:ln>
        </p:spPr>
      </p:sp>
      <p:sp>
        <p:nvSpPr>
          <p:cNvPr id="55" name="Text 53"/>
          <p:cNvSpPr/>
          <p:nvPr/>
        </p:nvSpPr>
        <p:spPr>
          <a:xfrm>
            <a:off x="1353312" y="2926080"/>
            <a:ext cx="685800" cy="685800"/>
          </a:xfrm>
          <a:prstGeom prst="rect">
            <a:avLst/>
          </a:prstGeom>
          <a:noFill/>
          <a:ln/>
        </p:spPr>
        <p:txBody>
          <a:bodyPr wrap="square" rtlCol="0" anchor="ctr"/>
          <a:lstStyle/>
          <a:p>
            <a:pPr algn="ctr" indent="0" marL="0">
              <a:buNone/>
            </a:pPr>
            <a:r>
              <a:rPr lang="en-US" sz="1600" b="1" dirty="0">
                <a:solidFill>
                  <a:srgbClr val="FFFFFF"/>
                </a:solidFill>
              </a:rPr>
              <a:t>SL</a:t>
            </a:r>
            <a:endParaRPr lang="en-US" sz="1600" dirty="0"/>
          </a:p>
        </p:txBody>
      </p:sp>
      <p:sp>
        <p:nvSpPr>
          <p:cNvPr id="56" name="Text 54"/>
          <p:cNvSpPr/>
          <p:nvPr/>
        </p:nvSpPr>
        <p:spPr>
          <a:xfrm>
            <a:off x="2148840" y="2944368"/>
            <a:ext cx="2286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Sai Lasya Grandhi</a:t>
            </a:r>
            <a:endParaRPr lang="en-US" sz="1300" dirty="0"/>
          </a:p>
        </p:txBody>
      </p:sp>
      <p:sp>
        <p:nvSpPr>
          <p:cNvPr id="57" name="Text 55"/>
          <p:cNvSpPr/>
          <p:nvPr/>
        </p:nvSpPr>
        <p:spPr>
          <a:xfrm>
            <a:off x="2148840" y="3291840"/>
            <a:ext cx="2286000" cy="219456"/>
          </a:xfrm>
          <a:prstGeom prst="rect">
            <a:avLst/>
          </a:prstGeom>
          <a:noFill/>
          <a:ln/>
        </p:spPr>
        <p:txBody>
          <a:bodyPr wrap="square" rtlCol="0" anchor="ctr"/>
          <a:lstStyle/>
          <a:p>
            <a:pPr indent="0" marL="0">
              <a:buNone/>
            </a:pPr>
            <a:r>
              <a:rPr lang="en-US" sz="1000" dirty="0">
                <a:solidFill>
                  <a:srgbClr val="FF6B00"/>
                </a:solidFill>
                <a:latin typeface="Calibri" pitchFamily="34" charset="0"/>
                <a:ea typeface="Calibri" pitchFamily="34" charset="-122"/>
                <a:cs typeface="Calibri" pitchFamily="34" charset="-120"/>
              </a:rPr>
              <a:t>Roll No: 2520030538</a:t>
            </a:r>
            <a:endParaRPr lang="en-US" sz="1000" dirty="0"/>
          </a:p>
        </p:txBody>
      </p:sp>
      <p:sp>
        <p:nvSpPr>
          <p:cNvPr id="58" name="Text 56"/>
          <p:cNvSpPr/>
          <p:nvPr/>
        </p:nvSpPr>
        <p:spPr>
          <a:xfrm>
            <a:off x="1353312" y="3675888"/>
            <a:ext cx="3063240" cy="658368"/>
          </a:xfrm>
          <a:prstGeom prst="rect">
            <a:avLst/>
          </a:prstGeom>
          <a:noFill/>
          <a:ln/>
        </p:spPr>
        <p:txBody>
          <a:bodyPr wrap="square" rtlCol="0" anchor="t"/>
          <a:lstStyle/>
          <a:p>
            <a:pPr indent="0" marL="0">
              <a:buNone/>
            </a:pPr>
            <a:r>
              <a:rPr lang="en-US" sz="950" dirty="0">
                <a:solidFill>
                  <a:srgbClr val="8A9BB8"/>
                </a:solidFill>
                <a:latin typeface="Calibri" pitchFamily="34" charset="0"/>
                <a:ea typeface="Calibri" pitchFamily="34" charset="-122"/>
                <a:cs typeface="Calibri" pitchFamily="34" charset="-120"/>
              </a:rPr>
              <a:t>Frontend Developer</a:t>
            </a:r>
            <a:endParaRPr lang="en-US" sz="950" dirty="0"/>
          </a:p>
          <a:p>
            <a:pPr indent="0" marL="0">
              <a:buNone/>
            </a:pPr>
            <a:r>
              <a:rPr lang="en-US" sz="950" dirty="0">
                <a:solidFill>
                  <a:srgbClr val="8A9BB8"/>
                </a:solidFill>
                <a:latin typeface="Calibri" pitchFamily="34" charset="0"/>
                <a:ea typeface="Calibri" pitchFamily="34" charset="-122"/>
                <a:cs typeface="Calibri" pitchFamily="34" charset="-120"/>
              </a:rPr>
              <a:t>React.js, UI, API Integration</a:t>
            </a:r>
            <a:endParaRPr lang="en-US" sz="950" dirty="0"/>
          </a:p>
        </p:txBody>
      </p:sp>
      <p:sp>
        <p:nvSpPr>
          <p:cNvPr id="59" name="Shape 57"/>
          <p:cNvSpPr/>
          <p:nvPr/>
        </p:nvSpPr>
        <p:spPr>
          <a:xfrm>
            <a:off x="5120640" y="2834640"/>
            <a:ext cx="3383280" cy="1600200"/>
          </a:xfrm>
          <a:prstGeom prst="rect">
            <a:avLst/>
          </a:prstGeom>
          <a:solidFill>
            <a:srgbClr val="0F2040"/>
          </a:solidFill>
          <a:ln w="12700">
            <a:solidFill>
              <a:srgbClr val="138808"/>
            </a:solidFill>
            <a:prstDash val="solid"/>
          </a:ln>
        </p:spPr>
      </p:sp>
      <p:sp>
        <p:nvSpPr>
          <p:cNvPr id="60" name="Shape 58"/>
          <p:cNvSpPr/>
          <p:nvPr/>
        </p:nvSpPr>
        <p:spPr>
          <a:xfrm>
            <a:off x="5285232" y="2926080"/>
            <a:ext cx="685800" cy="685800"/>
          </a:xfrm>
          <a:prstGeom prst="ellipse">
            <a:avLst/>
          </a:prstGeom>
          <a:solidFill>
            <a:srgbClr val="138808"/>
          </a:solidFill>
          <a:ln w="12700">
            <a:solidFill>
              <a:srgbClr val="138808">
                <a:alpha val="0"/>
              </a:srgbClr>
            </a:solidFill>
            <a:prstDash val="solid"/>
          </a:ln>
        </p:spPr>
      </p:sp>
      <p:sp>
        <p:nvSpPr>
          <p:cNvPr id="61" name="Text 59"/>
          <p:cNvSpPr/>
          <p:nvPr/>
        </p:nvSpPr>
        <p:spPr>
          <a:xfrm>
            <a:off x="5285232" y="2926080"/>
            <a:ext cx="685800" cy="685800"/>
          </a:xfrm>
          <a:prstGeom prst="rect">
            <a:avLst/>
          </a:prstGeom>
          <a:noFill/>
          <a:ln/>
        </p:spPr>
        <p:txBody>
          <a:bodyPr wrap="square" rtlCol="0" anchor="ctr"/>
          <a:lstStyle/>
          <a:p>
            <a:pPr algn="ctr" indent="0" marL="0">
              <a:buNone/>
            </a:pPr>
            <a:r>
              <a:rPr lang="en-US" sz="1600" b="1" dirty="0">
                <a:solidFill>
                  <a:srgbClr val="FFFFFF"/>
                </a:solidFill>
              </a:rPr>
              <a:t>BN</a:t>
            </a:r>
            <a:endParaRPr lang="en-US" sz="1600" dirty="0"/>
          </a:p>
        </p:txBody>
      </p:sp>
      <p:sp>
        <p:nvSpPr>
          <p:cNvPr id="62" name="Text 60"/>
          <p:cNvSpPr/>
          <p:nvPr/>
        </p:nvSpPr>
        <p:spPr>
          <a:xfrm>
            <a:off x="6080760" y="2944368"/>
            <a:ext cx="2286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Bathula Neha</a:t>
            </a:r>
            <a:endParaRPr lang="en-US" sz="1300" dirty="0"/>
          </a:p>
        </p:txBody>
      </p:sp>
      <p:sp>
        <p:nvSpPr>
          <p:cNvPr id="63" name="Text 61"/>
          <p:cNvSpPr/>
          <p:nvPr/>
        </p:nvSpPr>
        <p:spPr>
          <a:xfrm>
            <a:off x="6080760" y="3291840"/>
            <a:ext cx="2286000" cy="219456"/>
          </a:xfrm>
          <a:prstGeom prst="rect">
            <a:avLst/>
          </a:prstGeom>
          <a:noFill/>
          <a:ln/>
        </p:spPr>
        <p:txBody>
          <a:bodyPr wrap="square" rtlCol="0" anchor="ctr"/>
          <a:lstStyle/>
          <a:p>
            <a:pPr indent="0" marL="0">
              <a:buNone/>
            </a:pPr>
            <a:r>
              <a:rPr lang="en-US" sz="1000" dirty="0">
                <a:solidFill>
                  <a:srgbClr val="FF6B00"/>
                </a:solidFill>
                <a:latin typeface="Calibri" pitchFamily="34" charset="0"/>
                <a:ea typeface="Calibri" pitchFamily="34" charset="-122"/>
                <a:cs typeface="Calibri" pitchFamily="34" charset="-120"/>
              </a:rPr>
              <a:t>Roll No: 2520090013</a:t>
            </a:r>
            <a:endParaRPr lang="en-US" sz="1000" dirty="0"/>
          </a:p>
        </p:txBody>
      </p:sp>
      <p:sp>
        <p:nvSpPr>
          <p:cNvPr id="64" name="Text 62"/>
          <p:cNvSpPr/>
          <p:nvPr/>
        </p:nvSpPr>
        <p:spPr>
          <a:xfrm>
            <a:off x="5285232" y="3675888"/>
            <a:ext cx="3063240" cy="658368"/>
          </a:xfrm>
          <a:prstGeom prst="rect">
            <a:avLst/>
          </a:prstGeom>
          <a:noFill/>
          <a:ln/>
        </p:spPr>
        <p:txBody>
          <a:bodyPr wrap="square" rtlCol="0" anchor="t"/>
          <a:lstStyle/>
          <a:p>
            <a:pPr indent="0" marL="0">
              <a:buNone/>
            </a:pPr>
            <a:r>
              <a:rPr lang="en-US" sz="950" dirty="0">
                <a:solidFill>
                  <a:srgbClr val="8A9BB8"/>
                </a:solidFill>
                <a:latin typeface="Calibri" pitchFamily="34" charset="0"/>
                <a:ea typeface="Calibri" pitchFamily="34" charset="-122"/>
                <a:cs typeface="Calibri" pitchFamily="34" charset="-120"/>
              </a:rPr>
              <a:t>Backend Developer</a:t>
            </a:r>
            <a:endParaRPr lang="en-US" sz="950" dirty="0"/>
          </a:p>
          <a:p>
            <a:pPr indent="0" marL="0">
              <a:buNone/>
            </a:pPr>
            <a:r>
              <a:rPr lang="en-US" sz="950" dirty="0">
                <a:solidFill>
                  <a:srgbClr val="8A9BB8"/>
                </a:solidFill>
                <a:latin typeface="Calibri" pitchFamily="34" charset="0"/>
                <a:ea typeface="Calibri" pitchFamily="34" charset="-122"/>
                <a:cs typeface="Calibri" pitchFamily="34" charset="-120"/>
              </a:rPr>
              <a:t>Node.js, Express.js, MySQL, REST APIs</a:t>
            </a:r>
            <a:endParaRPr lang="en-US" sz="950" dirty="0"/>
          </a:p>
        </p:txBody>
      </p:sp>
      <p:sp>
        <p:nvSpPr>
          <p:cNvPr id="65" name="Text 63"/>
          <p:cNvSpPr/>
          <p:nvPr/>
        </p:nvSpPr>
        <p:spPr>
          <a:xfrm>
            <a:off x="457200" y="4663440"/>
            <a:ext cx="8229600" cy="274320"/>
          </a:xfrm>
          <a:prstGeom prst="rect">
            <a:avLst/>
          </a:prstGeom>
          <a:noFill/>
          <a:ln/>
        </p:spPr>
        <p:txBody>
          <a:bodyPr wrap="square" rtlCol="0" anchor="ctr"/>
          <a:lstStyle/>
          <a:p>
            <a:pPr algn="ctr" indent="0" marL="0">
              <a:buNone/>
            </a:pPr>
            <a:r>
              <a:rPr lang="en-US" sz="950" dirty="0">
                <a:solidFill>
                  <a:srgbClr val="8A9BB8"/>
                </a:solidFill>
                <a:latin typeface="Calibri" pitchFamily="34" charset="0"/>
                <a:ea typeface="Calibri" pitchFamily="34" charset="-122"/>
                <a:cs typeface="Calibri" pitchFamily="34" charset="-120"/>
              </a:rPr>
              <a:t>Guide: Shiva Krishna  |  Course: 25CS1201E — Front End Development Frameworks &amp; UI Engineering</a:t>
            </a:r>
            <a:endParaRPr lang="en-US" sz="950" dirty="0"/>
          </a:p>
        </p:txBody>
      </p:sp>
      <p:sp>
        <p:nvSpPr>
          <p:cNvPr id="66" name="Shape 64"/>
          <p:cNvSpPr/>
          <p:nvPr/>
        </p:nvSpPr>
        <p:spPr>
          <a:xfrm>
            <a:off x="0" y="5074920"/>
            <a:ext cx="3044952" cy="64008"/>
          </a:xfrm>
          <a:prstGeom prst="rect">
            <a:avLst/>
          </a:prstGeom>
          <a:solidFill>
            <a:srgbClr val="FF6B00"/>
          </a:solidFill>
          <a:ln w="12700">
            <a:solidFill>
              <a:srgbClr val="FF6B00">
                <a:alpha val="0"/>
              </a:srgbClr>
            </a:solidFill>
            <a:prstDash val="solid"/>
          </a:ln>
        </p:spPr>
      </p:sp>
      <p:sp>
        <p:nvSpPr>
          <p:cNvPr id="67" name="Shape 65"/>
          <p:cNvSpPr/>
          <p:nvPr/>
        </p:nvSpPr>
        <p:spPr>
          <a:xfrm>
            <a:off x="3044952" y="5074920"/>
            <a:ext cx="3044952" cy="64008"/>
          </a:xfrm>
          <a:prstGeom prst="rect">
            <a:avLst/>
          </a:prstGeom>
          <a:solidFill>
            <a:srgbClr val="FFFFFF"/>
          </a:solidFill>
          <a:ln w="12700">
            <a:solidFill>
              <a:srgbClr val="FFFFFF">
                <a:alpha val="0"/>
              </a:srgbClr>
            </a:solidFill>
            <a:prstDash val="solid"/>
          </a:ln>
        </p:spPr>
      </p:sp>
      <p:sp>
        <p:nvSpPr>
          <p:cNvPr id="68" name="Shape 66"/>
          <p:cNvSpPr/>
          <p:nvPr/>
        </p:nvSpPr>
        <p:spPr>
          <a:xfrm>
            <a:off x="6099048" y="5074920"/>
            <a:ext cx="3044952" cy="64008"/>
          </a:xfrm>
          <a:prstGeom prst="rect">
            <a:avLst/>
          </a:prstGeom>
          <a:solidFill>
            <a:srgbClr val="138808"/>
          </a:solidFill>
          <a:ln w="12700">
            <a:solidFill>
              <a:srgbClr val="138808">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MeeSeva Driving Licence Portal</dc:title>
  <dc:subject>PptxGenJS Presentation</dc:subject>
  <dc:creator>PptxGenJS</dc:creator>
  <cp:lastModifiedBy>PptxGenJS</cp:lastModifiedBy>
  <cp:revision>1</cp:revision>
  <dcterms:created xsi:type="dcterms:W3CDTF">2026-06-01T03:51:33Z</dcterms:created>
  <dcterms:modified xsi:type="dcterms:W3CDTF">2026-06-01T03:51:33Z</dcterms:modified>
</cp:coreProperties>
</file>